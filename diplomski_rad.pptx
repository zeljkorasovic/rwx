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_rels/presentation.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6.xml.rels" ContentType="application/vnd.openxmlformats-package.relationships+xml"/>
  <Override PartName="/ppt/slideLayouts/_rels/slideLayout47.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31.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6.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20.xml.rels" ContentType="application/vnd.openxmlformats-package.relationships+xml"/>
  <Override PartName="/ppt/slideLayouts/_rels/slideLayout41.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23.xml.rels" ContentType="application/vnd.openxmlformats-package.relationships+xml"/>
  <Override PartName="/ppt/slideLayouts/_rels/slideLayout38.xml.rels" ContentType="application/vnd.openxmlformats-package.relationships+xml"/>
  <Override PartName="/ppt/slideLayouts/_rels/slideLayout29.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46.xml.rels" ContentType="application/vnd.openxmlformats-package.relationships+xml"/>
  <Override PartName="/ppt/slideLayouts/_rels/slideLayout48.xml.rels" ContentType="application/vnd.openxmlformats-package.relationships+xml"/>
  <Override PartName="/ppt/slideLayouts/_rels/slideLayout33.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slideLayouts/slideLayout3.xml" ContentType="application/vnd.openxmlformats-officedocument.presentationml.slideLayout+xml"/>
  <Override PartName="/ppt/slideLayouts/slideLayout23.xml" ContentType="application/vnd.openxmlformats-officedocument.presentationml.slideLayout+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media/image1.jpeg" ContentType="image/jpeg"/>
  <Override PartName="/ppt/media/image2.jpeg" ContentType="image/jpeg"/>
  <Override PartName="/ppt/media/image3.png" ContentType="image/png"/>
  <Override PartName="/ppt/media/image4.png" ContentType="image/png"/>
  <Override PartName="/ppt/media/image5.jpeg" ContentType="image/jpeg"/>
  <Override PartName="/ppt/media/image10.jpeg" ContentType="image/jpeg"/>
  <Override PartName="/ppt/media/image6.jpeg" ContentType="image/jpeg"/>
  <Override PartName="/ppt/media/image8.png" ContentType="image/png"/>
  <Override PartName="/ppt/media/image7.png" ContentType="image/png"/>
  <Override PartName="/ppt/media/image9.png" ContentType="image/png"/>
  <Override PartName="/ppt/presProps.xml" ContentType="application/vnd.openxmlformats-officedocument.presentationml.presPro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8.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_rels/slide1.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 name="PlaceHolder 2"/>
          <p:cNvSpPr>
            <a:spLocks noGrp="1"/>
          </p:cNvSpPr>
          <p:nvPr>
            <p:ph type="subTitle"/>
          </p:nvPr>
        </p:nvSpPr>
        <p:spPr>
          <a:xfrm>
            <a:off x="504000" y="1326600"/>
            <a:ext cx="9072000" cy="328860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9"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1"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endParaRPr b="0" lang="en-US" sz="3200" spc="-1" strike="noStrike">
              <a:latin typeface="Arial"/>
            </a:endParaRPr>
          </a:p>
        </p:txBody>
      </p:sp>
      <p:sp>
        <p:nvSpPr>
          <p:cNvPr id="12"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504000" y="226080"/>
            <a:ext cx="9072000" cy="438840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6"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17"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endParaRPr b="0" lang="en-US" sz="3200" spc="-1" strike="noStrike">
              <a:latin typeface="Arial"/>
            </a:endParaRPr>
          </a:p>
        </p:txBody>
      </p:sp>
      <p:sp>
        <p:nvSpPr>
          <p:cNvPr id="18"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0"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endParaRPr b="0" lang="en-US" sz="3200" spc="-1" strike="noStrike">
              <a:latin typeface="Arial"/>
            </a:endParaRPr>
          </a:p>
        </p:txBody>
      </p:sp>
      <p:sp>
        <p:nvSpPr>
          <p:cNvPr id="21"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22" name="PlaceHolder 4"/>
          <p:cNvSpPr>
            <a:spLocks noGrp="1"/>
          </p:cNvSpPr>
          <p:nvPr>
            <p:ph/>
          </p:nvPr>
        </p:nvSpPr>
        <p:spPr>
          <a:xfrm>
            <a:off x="5152680" y="3044520"/>
            <a:ext cx="4426920" cy="15685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4"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25"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26" name="PlaceHolder 4"/>
          <p:cNvSpPr>
            <a:spLocks noGrp="1"/>
          </p:cNvSpPr>
          <p:nvPr>
            <p:ph/>
          </p:nvPr>
        </p:nvSpPr>
        <p:spPr>
          <a:xfrm>
            <a:off x="504000" y="3044520"/>
            <a:ext cx="9072000" cy="15685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8" name="PlaceHolder 2"/>
          <p:cNvSpPr>
            <a:spLocks noGrp="1"/>
          </p:cNvSpPr>
          <p:nvPr>
            <p:ph/>
          </p:nvPr>
        </p:nvSpPr>
        <p:spPr>
          <a:xfrm>
            <a:off x="504000" y="1326600"/>
            <a:ext cx="9072000" cy="1568520"/>
          </a:xfrm>
          <a:prstGeom prst="rect">
            <a:avLst/>
          </a:prstGeom>
          <a:noFill/>
          <a:ln w="0">
            <a:noFill/>
          </a:ln>
        </p:spPr>
        <p:txBody>
          <a:bodyPr lIns="0" rIns="0" tIns="0" bIns="0" anchor="t">
            <a:normAutofit/>
          </a:bodyPr>
          <a:p>
            <a:endParaRPr b="0" lang="en-US" sz="3200" spc="-1" strike="noStrike">
              <a:latin typeface="Arial"/>
            </a:endParaRPr>
          </a:p>
        </p:txBody>
      </p:sp>
      <p:sp>
        <p:nvSpPr>
          <p:cNvPr id="29" name="PlaceHolder 3"/>
          <p:cNvSpPr>
            <a:spLocks noGrp="1"/>
          </p:cNvSpPr>
          <p:nvPr>
            <p:ph/>
          </p:nvPr>
        </p:nvSpPr>
        <p:spPr>
          <a:xfrm>
            <a:off x="504000" y="3044520"/>
            <a:ext cx="9072000" cy="15685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1"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32"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33"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34" name="PlaceHolder 5"/>
          <p:cNvSpPr>
            <a:spLocks noGrp="1"/>
          </p:cNvSpPr>
          <p:nvPr>
            <p:ph/>
          </p:nvPr>
        </p:nvSpPr>
        <p:spPr>
          <a:xfrm>
            <a:off x="5152680" y="3044520"/>
            <a:ext cx="4426920" cy="15685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6" name="PlaceHolder 2"/>
          <p:cNvSpPr>
            <a:spLocks noGrp="1"/>
          </p:cNvSpPr>
          <p:nvPr>
            <p:ph/>
          </p:nvPr>
        </p:nvSpPr>
        <p:spPr>
          <a:xfrm>
            <a:off x="504000" y="1326600"/>
            <a:ext cx="2921040" cy="1568520"/>
          </a:xfrm>
          <a:prstGeom prst="rect">
            <a:avLst/>
          </a:prstGeom>
          <a:noFill/>
          <a:ln w="0">
            <a:noFill/>
          </a:ln>
        </p:spPr>
        <p:txBody>
          <a:bodyPr lIns="0" rIns="0" tIns="0" bIns="0" anchor="t">
            <a:normAutofit/>
          </a:bodyPr>
          <a:p>
            <a:endParaRPr b="0" lang="en-US" sz="3200" spc="-1" strike="noStrike">
              <a:latin typeface="Arial"/>
            </a:endParaRPr>
          </a:p>
        </p:txBody>
      </p:sp>
      <p:sp>
        <p:nvSpPr>
          <p:cNvPr id="37" name="PlaceHolder 3"/>
          <p:cNvSpPr>
            <a:spLocks noGrp="1"/>
          </p:cNvSpPr>
          <p:nvPr>
            <p:ph/>
          </p:nvPr>
        </p:nvSpPr>
        <p:spPr>
          <a:xfrm>
            <a:off x="3571560" y="1326600"/>
            <a:ext cx="2921040" cy="1568520"/>
          </a:xfrm>
          <a:prstGeom prst="rect">
            <a:avLst/>
          </a:prstGeom>
          <a:noFill/>
          <a:ln w="0">
            <a:noFill/>
          </a:ln>
        </p:spPr>
        <p:txBody>
          <a:bodyPr lIns="0" rIns="0" tIns="0" bIns="0" anchor="t">
            <a:normAutofit/>
          </a:bodyPr>
          <a:p>
            <a:endParaRPr b="0" lang="en-US" sz="3200" spc="-1" strike="noStrike">
              <a:latin typeface="Arial"/>
            </a:endParaRPr>
          </a:p>
        </p:txBody>
      </p:sp>
      <p:sp>
        <p:nvSpPr>
          <p:cNvPr id="38" name="PlaceHolder 4"/>
          <p:cNvSpPr>
            <a:spLocks noGrp="1"/>
          </p:cNvSpPr>
          <p:nvPr>
            <p:ph/>
          </p:nvPr>
        </p:nvSpPr>
        <p:spPr>
          <a:xfrm>
            <a:off x="6639120" y="1326600"/>
            <a:ext cx="2921040" cy="1568520"/>
          </a:xfrm>
          <a:prstGeom prst="rect">
            <a:avLst/>
          </a:prstGeom>
          <a:noFill/>
          <a:ln w="0">
            <a:noFill/>
          </a:ln>
        </p:spPr>
        <p:txBody>
          <a:bodyPr lIns="0" rIns="0" tIns="0" bIns="0" anchor="t">
            <a:normAutofit/>
          </a:bodyPr>
          <a:p>
            <a:endParaRPr b="0" lang="en-US" sz="3200" spc="-1" strike="noStrike">
              <a:latin typeface="Arial"/>
            </a:endParaRPr>
          </a:p>
        </p:txBody>
      </p:sp>
      <p:sp>
        <p:nvSpPr>
          <p:cNvPr id="39" name="PlaceHolder 5"/>
          <p:cNvSpPr>
            <a:spLocks noGrp="1"/>
          </p:cNvSpPr>
          <p:nvPr>
            <p:ph/>
          </p:nvPr>
        </p:nvSpPr>
        <p:spPr>
          <a:xfrm>
            <a:off x="504000" y="3044520"/>
            <a:ext cx="2921040" cy="1568520"/>
          </a:xfrm>
          <a:prstGeom prst="rect">
            <a:avLst/>
          </a:prstGeom>
          <a:noFill/>
          <a:ln w="0">
            <a:noFill/>
          </a:ln>
        </p:spPr>
        <p:txBody>
          <a:bodyPr lIns="0" rIns="0" tIns="0" bIns="0" anchor="t">
            <a:normAutofit/>
          </a:bodyPr>
          <a:p>
            <a:endParaRPr b="0" lang="en-US" sz="3200" spc="-1" strike="noStrike">
              <a:latin typeface="Arial"/>
            </a:endParaRPr>
          </a:p>
        </p:txBody>
      </p:sp>
      <p:sp>
        <p:nvSpPr>
          <p:cNvPr id="40" name="PlaceHolder 6"/>
          <p:cNvSpPr>
            <a:spLocks noGrp="1"/>
          </p:cNvSpPr>
          <p:nvPr>
            <p:ph/>
          </p:nvPr>
        </p:nvSpPr>
        <p:spPr>
          <a:xfrm>
            <a:off x="3571560" y="3044520"/>
            <a:ext cx="2921040" cy="1568520"/>
          </a:xfrm>
          <a:prstGeom prst="rect">
            <a:avLst/>
          </a:prstGeom>
          <a:noFill/>
          <a:ln w="0">
            <a:noFill/>
          </a:ln>
        </p:spPr>
        <p:txBody>
          <a:bodyPr lIns="0" rIns="0" tIns="0" bIns="0" anchor="t">
            <a:normAutofit/>
          </a:bodyPr>
          <a:p>
            <a:endParaRPr b="0" lang="en-US" sz="3200" spc="-1" strike="noStrike">
              <a:latin typeface="Arial"/>
            </a:endParaRPr>
          </a:p>
        </p:txBody>
      </p:sp>
      <p:sp>
        <p:nvSpPr>
          <p:cNvPr id="41" name="PlaceHolder 7"/>
          <p:cNvSpPr>
            <a:spLocks noGrp="1"/>
          </p:cNvSpPr>
          <p:nvPr>
            <p:ph/>
          </p:nvPr>
        </p:nvSpPr>
        <p:spPr>
          <a:xfrm>
            <a:off x="6639120" y="3044520"/>
            <a:ext cx="2921040" cy="15685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9AA45510-6258-4618-93B6-6A4F24FDF8A7}" type="slidenum">
              <a:t>&lt;#&gt;</a:t>
            </a:fld>
          </a:p>
        </p:txBody>
      </p:sp>
      <p:sp>
        <p:nvSpPr>
          <p:cNvPr id="4" name="PlaceHolder 3"/>
          <p:cNvSpPr>
            <a:spLocks noGrp="1"/>
          </p:cNvSpPr>
          <p:nvPr>
            <p:ph type="dt" idx="3"/>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2"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3" name="PlaceHolder 2"/>
          <p:cNvSpPr>
            <a:spLocks noGrp="1"/>
          </p:cNvSpPr>
          <p:nvPr>
            <p:ph type="subTitle"/>
          </p:nvPr>
        </p:nvSpPr>
        <p:spPr>
          <a:xfrm>
            <a:off x="504000" y="1326600"/>
            <a:ext cx="9072000" cy="328860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39DF60F8-405F-47B2-A33D-93F289D2987C}"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5"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93E3707E-C043-4E74-A319-BABD875BC5CC}"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7"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endParaRPr b="0" lang="en-US" sz="3200" spc="-1" strike="noStrike">
              <a:latin typeface="Arial"/>
            </a:endParaRPr>
          </a:p>
        </p:txBody>
      </p:sp>
      <p:sp>
        <p:nvSpPr>
          <p:cNvPr id="58"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AECAEB31-7DB0-496E-BDC6-0EEBF5BA94EC}"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9"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791D7054-1C40-4B40-8563-B0EFF4EA8AC4}"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0" name="PlaceHolder 1"/>
          <p:cNvSpPr>
            <a:spLocks noGrp="1"/>
          </p:cNvSpPr>
          <p:nvPr>
            <p:ph type="subTitle"/>
          </p:nvPr>
        </p:nvSpPr>
        <p:spPr>
          <a:xfrm>
            <a:off x="504000" y="226080"/>
            <a:ext cx="9072000" cy="438840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8C68E694-7B5D-4045-A5C6-C0798C3D396B}"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2"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63"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endParaRPr b="0" lang="en-US" sz="3200" spc="-1" strike="noStrike">
              <a:latin typeface="Arial"/>
            </a:endParaRPr>
          </a:p>
        </p:txBody>
      </p:sp>
      <p:sp>
        <p:nvSpPr>
          <p:cNvPr id="64"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AD473162-CE56-4298-AAF8-A6D2A8DE4633}"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6"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endParaRPr b="0" lang="en-US" sz="3200" spc="-1" strike="noStrike">
              <a:latin typeface="Arial"/>
            </a:endParaRPr>
          </a:p>
        </p:txBody>
      </p:sp>
      <p:sp>
        <p:nvSpPr>
          <p:cNvPr id="67"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68" name="PlaceHolder 4"/>
          <p:cNvSpPr>
            <a:spLocks noGrp="1"/>
          </p:cNvSpPr>
          <p:nvPr>
            <p:ph/>
          </p:nvPr>
        </p:nvSpPr>
        <p:spPr>
          <a:xfrm>
            <a:off x="5152680" y="304452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0319160A-72D1-444B-99D4-0388A98F7647}"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0"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71"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72" name="PlaceHolder 4"/>
          <p:cNvSpPr>
            <a:spLocks noGrp="1"/>
          </p:cNvSpPr>
          <p:nvPr>
            <p:ph/>
          </p:nvPr>
        </p:nvSpPr>
        <p:spPr>
          <a:xfrm>
            <a:off x="504000" y="3044520"/>
            <a:ext cx="9072000" cy="156852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CC19ACF7-8B3E-4CBE-988F-5B5329DC2032}"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4" name="PlaceHolder 2"/>
          <p:cNvSpPr>
            <a:spLocks noGrp="1"/>
          </p:cNvSpPr>
          <p:nvPr>
            <p:ph/>
          </p:nvPr>
        </p:nvSpPr>
        <p:spPr>
          <a:xfrm>
            <a:off x="504000" y="1326600"/>
            <a:ext cx="9072000" cy="1568520"/>
          </a:xfrm>
          <a:prstGeom prst="rect">
            <a:avLst/>
          </a:prstGeom>
          <a:noFill/>
          <a:ln w="0">
            <a:noFill/>
          </a:ln>
        </p:spPr>
        <p:txBody>
          <a:bodyPr lIns="0" rIns="0" tIns="0" bIns="0" anchor="t">
            <a:normAutofit/>
          </a:bodyPr>
          <a:p>
            <a:endParaRPr b="0" lang="en-US" sz="3200" spc="-1" strike="noStrike">
              <a:latin typeface="Arial"/>
            </a:endParaRPr>
          </a:p>
        </p:txBody>
      </p:sp>
      <p:sp>
        <p:nvSpPr>
          <p:cNvPr id="75" name="PlaceHolder 3"/>
          <p:cNvSpPr>
            <a:spLocks noGrp="1"/>
          </p:cNvSpPr>
          <p:nvPr>
            <p:ph/>
          </p:nvPr>
        </p:nvSpPr>
        <p:spPr>
          <a:xfrm>
            <a:off x="504000" y="3044520"/>
            <a:ext cx="9072000" cy="156852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1F2C254C-AEDE-4802-9160-05580BC61724}"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7"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78"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79"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80" name="PlaceHolder 5"/>
          <p:cNvSpPr>
            <a:spLocks noGrp="1"/>
          </p:cNvSpPr>
          <p:nvPr>
            <p:ph/>
          </p:nvPr>
        </p:nvSpPr>
        <p:spPr>
          <a:xfrm>
            <a:off x="5152680" y="304452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F18B42E2-E21F-4253-A882-16092F699096}" type="slidenum">
              <a:t>&lt;#&gt;</a:t>
            </a:fld>
          </a:p>
        </p:txBody>
      </p:sp>
      <p:sp>
        <p:nvSpPr>
          <p:cNvPr id="9" name="PlaceHolder 8"/>
          <p:cNvSpPr>
            <a:spLocks noGrp="1"/>
          </p:cNvSpPr>
          <p:nvPr>
            <p:ph type="dt" idx="3"/>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2" name="PlaceHolder 2"/>
          <p:cNvSpPr>
            <a:spLocks noGrp="1"/>
          </p:cNvSpPr>
          <p:nvPr>
            <p:ph/>
          </p:nvPr>
        </p:nvSpPr>
        <p:spPr>
          <a:xfrm>
            <a:off x="504000" y="1326600"/>
            <a:ext cx="2921040" cy="1568520"/>
          </a:xfrm>
          <a:prstGeom prst="rect">
            <a:avLst/>
          </a:prstGeom>
          <a:noFill/>
          <a:ln w="0">
            <a:noFill/>
          </a:ln>
        </p:spPr>
        <p:txBody>
          <a:bodyPr lIns="0" rIns="0" tIns="0" bIns="0" anchor="t">
            <a:normAutofit/>
          </a:bodyPr>
          <a:p>
            <a:endParaRPr b="0" lang="en-US" sz="3200" spc="-1" strike="noStrike">
              <a:latin typeface="Arial"/>
            </a:endParaRPr>
          </a:p>
        </p:txBody>
      </p:sp>
      <p:sp>
        <p:nvSpPr>
          <p:cNvPr id="83" name="PlaceHolder 3"/>
          <p:cNvSpPr>
            <a:spLocks noGrp="1"/>
          </p:cNvSpPr>
          <p:nvPr>
            <p:ph/>
          </p:nvPr>
        </p:nvSpPr>
        <p:spPr>
          <a:xfrm>
            <a:off x="3571560" y="1326600"/>
            <a:ext cx="2921040" cy="1568520"/>
          </a:xfrm>
          <a:prstGeom prst="rect">
            <a:avLst/>
          </a:prstGeom>
          <a:noFill/>
          <a:ln w="0">
            <a:noFill/>
          </a:ln>
        </p:spPr>
        <p:txBody>
          <a:bodyPr lIns="0" rIns="0" tIns="0" bIns="0" anchor="t">
            <a:normAutofit/>
          </a:bodyPr>
          <a:p>
            <a:endParaRPr b="0" lang="en-US" sz="3200" spc="-1" strike="noStrike">
              <a:latin typeface="Arial"/>
            </a:endParaRPr>
          </a:p>
        </p:txBody>
      </p:sp>
      <p:sp>
        <p:nvSpPr>
          <p:cNvPr id="84" name="PlaceHolder 4"/>
          <p:cNvSpPr>
            <a:spLocks noGrp="1"/>
          </p:cNvSpPr>
          <p:nvPr>
            <p:ph/>
          </p:nvPr>
        </p:nvSpPr>
        <p:spPr>
          <a:xfrm>
            <a:off x="6639120" y="1326600"/>
            <a:ext cx="2921040" cy="1568520"/>
          </a:xfrm>
          <a:prstGeom prst="rect">
            <a:avLst/>
          </a:prstGeom>
          <a:noFill/>
          <a:ln w="0">
            <a:noFill/>
          </a:ln>
        </p:spPr>
        <p:txBody>
          <a:bodyPr lIns="0" rIns="0" tIns="0" bIns="0" anchor="t">
            <a:normAutofit/>
          </a:bodyPr>
          <a:p>
            <a:endParaRPr b="0" lang="en-US" sz="3200" spc="-1" strike="noStrike">
              <a:latin typeface="Arial"/>
            </a:endParaRPr>
          </a:p>
        </p:txBody>
      </p:sp>
      <p:sp>
        <p:nvSpPr>
          <p:cNvPr id="85" name="PlaceHolder 5"/>
          <p:cNvSpPr>
            <a:spLocks noGrp="1"/>
          </p:cNvSpPr>
          <p:nvPr>
            <p:ph/>
          </p:nvPr>
        </p:nvSpPr>
        <p:spPr>
          <a:xfrm>
            <a:off x="504000" y="3044520"/>
            <a:ext cx="2921040" cy="1568520"/>
          </a:xfrm>
          <a:prstGeom prst="rect">
            <a:avLst/>
          </a:prstGeom>
          <a:noFill/>
          <a:ln w="0">
            <a:noFill/>
          </a:ln>
        </p:spPr>
        <p:txBody>
          <a:bodyPr lIns="0" rIns="0" tIns="0" bIns="0" anchor="t">
            <a:normAutofit/>
          </a:bodyPr>
          <a:p>
            <a:endParaRPr b="0" lang="en-US" sz="3200" spc="-1" strike="noStrike">
              <a:latin typeface="Arial"/>
            </a:endParaRPr>
          </a:p>
        </p:txBody>
      </p:sp>
      <p:sp>
        <p:nvSpPr>
          <p:cNvPr id="86" name="PlaceHolder 6"/>
          <p:cNvSpPr>
            <a:spLocks noGrp="1"/>
          </p:cNvSpPr>
          <p:nvPr>
            <p:ph/>
          </p:nvPr>
        </p:nvSpPr>
        <p:spPr>
          <a:xfrm>
            <a:off x="3571560" y="3044520"/>
            <a:ext cx="2921040" cy="1568520"/>
          </a:xfrm>
          <a:prstGeom prst="rect">
            <a:avLst/>
          </a:prstGeom>
          <a:noFill/>
          <a:ln w="0">
            <a:noFill/>
          </a:ln>
        </p:spPr>
        <p:txBody>
          <a:bodyPr lIns="0" rIns="0" tIns="0" bIns="0" anchor="t">
            <a:normAutofit/>
          </a:bodyPr>
          <a:p>
            <a:endParaRPr b="0" lang="en-US" sz="3200" spc="-1" strike="noStrike">
              <a:latin typeface="Arial"/>
            </a:endParaRPr>
          </a:p>
        </p:txBody>
      </p:sp>
      <p:sp>
        <p:nvSpPr>
          <p:cNvPr id="87" name="PlaceHolder 7"/>
          <p:cNvSpPr>
            <a:spLocks noGrp="1"/>
          </p:cNvSpPr>
          <p:nvPr>
            <p:ph/>
          </p:nvPr>
        </p:nvSpPr>
        <p:spPr>
          <a:xfrm>
            <a:off x="6639120" y="3044520"/>
            <a:ext cx="2921040" cy="156852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C13DC3BD-98ED-430C-95A0-2084B5C28C41}" type="slidenum">
              <a:t>&lt;#&gt;</a:t>
            </a:fld>
          </a:p>
        </p:txBody>
      </p:sp>
      <p:sp>
        <p:nvSpPr>
          <p:cNvPr id="11" name="PlaceHolder 10"/>
          <p:cNvSpPr>
            <a:spLocks noGrp="1"/>
          </p:cNvSpPr>
          <p:nvPr>
            <p:ph type="dt" idx="3"/>
          </p:nvPr>
        </p:nvSpPr>
        <p:spPr/>
        <p:txBody>
          <a:bodyPr/>
          <a:p>
            <a:r>
              <a:rPr lang="en-US"/>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D682B947-B9F5-47B9-ACB7-A80635116FC3}"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8"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99" name="PlaceHolder 2"/>
          <p:cNvSpPr>
            <a:spLocks noGrp="1"/>
          </p:cNvSpPr>
          <p:nvPr>
            <p:ph type="subTitle"/>
          </p:nvPr>
        </p:nvSpPr>
        <p:spPr>
          <a:xfrm>
            <a:off x="504000" y="1326600"/>
            <a:ext cx="9072000" cy="328860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793A1D18-0EC9-4286-A451-74B7195E63D2}"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1"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85DB0E0B-AD57-41AF-99C3-547575A026E5}"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3"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endParaRPr b="0" lang="en-US" sz="3200" spc="-1" strike="noStrike">
              <a:latin typeface="Arial"/>
            </a:endParaRPr>
          </a:p>
        </p:txBody>
      </p:sp>
      <p:sp>
        <p:nvSpPr>
          <p:cNvPr id="104"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52803378-E6BF-4F73-932D-E14CA6AAC493}"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5"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6103028D-2DF5-43CC-BDD2-7ECBD51BA6D0}"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6" name="PlaceHolder 1"/>
          <p:cNvSpPr>
            <a:spLocks noGrp="1"/>
          </p:cNvSpPr>
          <p:nvPr>
            <p:ph type="subTitle"/>
          </p:nvPr>
        </p:nvSpPr>
        <p:spPr>
          <a:xfrm>
            <a:off x="504000" y="226080"/>
            <a:ext cx="9072000" cy="438840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625B9D73-6F0F-497E-AAB2-3C5FF38A865E}"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8"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109"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endParaRPr b="0" lang="en-US" sz="3200" spc="-1" strike="noStrike">
              <a:latin typeface="Arial"/>
            </a:endParaRPr>
          </a:p>
        </p:txBody>
      </p:sp>
      <p:sp>
        <p:nvSpPr>
          <p:cNvPr id="110"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E03E5A21-E92F-48E6-B9DE-F9136F691F9C}"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12"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endParaRPr b="0" lang="en-US" sz="3200" spc="-1" strike="noStrike">
              <a:latin typeface="Arial"/>
            </a:endParaRPr>
          </a:p>
        </p:txBody>
      </p:sp>
      <p:sp>
        <p:nvSpPr>
          <p:cNvPr id="113"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114" name="PlaceHolder 4"/>
          <p:cNvSpPr>
            <a:spLocks noGrp="1"/>
          </p:cNvSpPr>
          <p:nvPr>
            <p:ph/>
          </p:nvPr>
        </p:nvSpPr>
        <p:spPr>
          <a:xfrm>
            <a:off x="5152680" y="304452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25AFF783-69AB-4542-9354-DFE97B9A694A}"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5"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16"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117"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118" name="PlaceHolder 4"/>
          <p:cNvSpPr>
            <a:spLocks noGrp="1"/>
          </p:cNvSpPr>
          <p:nvPr>
            <p:ph/>
          </p:nvPr>
        </p:nvSpPr>
        <p:spPr>
          <a:xfrm>
            <a:off x="504000" y="3044520"/>
            <a:ext cx="9072000" cy="156852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CF66EE28-BFD0-4CD2-A8A4-AC781561C84B}"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20" name="PlaceHolder 2"/>
          <p:cNvSpPr>
            <a:spLocks noGrp="1"/>
          </p:cNvSpPr>
          <p:nvPr>
            <p:ph/>
          </p:nvPr>
        </p:nvSpPr>
        <p:spPr>
          <a:xfrm>
            <a:off x="504000" y="1326600"/>
            <a:ext cx="9072000" cy="1568520"/>
          </a:xfrm>
          <a:prstGeom prst="rect">
            <a:avLst/>
          </a:prstGeom>
          <a:noFill/>
          <a:ln w="0">
            <a:noFill/>
          </a:ln>
        </p:spPr>
        <p:txBody>
          <a:bodyPr lIns="0" rIns="0" tIns="0" bIns="0" anchor="t">
            <a:normAutofit/>
          </a:bodyPr>
          <a:p>
            <a:endParaRPr b="0" lang="en-US" sz="3200" spc="-1" strike="noStrike">
              <a:latin typeface="Arial"/>
            </a:endParaRPr>
          </a:p>
        </p:txBody>
      </p:sp>
      <p:sp>
        <p:nvSpPr>
          <p:cNvPr id="121" name="PlaceHolder 3"/>
          <p:cNvSpPr>
            <a:spLocks noGrp="1"/>
          </p:cNvSpPr>
          <p:nvPr>
            <p:ph/>
          </p:nvPr>
        </p:nvSpPr>
        <p:spPr>
          <a:xfrm>
            <a:off x="504000" y="3044520"/>
            <a:ext cx="9072000" cy="156852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412CB8E5-8039-407B-87B2-0EECA93A1EA9}"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23"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124"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125"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126" name="PlaceHolder 5"/>
          <p:cNvSpPr>
            <a:spLocks noGrp="1"/>
          </p:cNvSpPr>
          <p:nvPr>
            <p:ph/>
          </p:nvPr>
        </p:nvSpPr>
        <p:spPr>
          <a:xfrm>
            <a:off x="5152680" y="304452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4"/>
          </p:nvPr>
        </p:nvSpPr>
        <p:spPr/>
        <p:txBody>
          <a:bodyPr/>
          <a:p>
            <a:r>
              <a:t>Footer</a:t>
            </a:r>
          </a:p>
        </p:txBody>
      </p:sp>
      <p:sp>
        <p:nvSpPr>
          <p:cNvPr id="8" name="PlaceHolder 7"/>
          <p:cNvSpPr>
            <a:spLocks noGrp="1"/>
          </p:cNvSpPr>
          <p:nvPr>
            <p:ph type="sldNum" idx="5"/>
          </p:nvPr>
        </p:nvSpPr>
        <p:spPr/>
        <p:txBody>
          <a:bodyPr/>
          <a:p>
            <a:fld id="{41D7423D-3BD2-46B7-85FB-62787911F92C}" type="slidenum">
              <a:t>&lt;#&gt;</a:t>
            </a:fld>
          </a:p>
        </p:txBody>
      </p:sp>
      <p:sp>
        <p:nvSpPr>
          <p:cNvPr id="9" name="PlaceHolder 8"/>
          <p:cNvSpPr>
            <a:spLocks noGrp="1"/>
          </p:cNvSpPr>
          <p:nvPr>
            <p:ph type="dt" idx="6"/>
          </p:nvPr>
        </p:nvSpPr>
        <p:spPr/>
        <p:txBody>
          <a:bodyPr/>
          <a:p>
            <a:r>
              <a:rPr lang="en-US"/>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7"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28" name="PlaceHolder 2"/>
          <p:cNvSpPr>
            <a:spLocks noGrp="1"/>
          </p:cNvSpPr>
          <p:nvPr>
            <p:ph/>
          </p:nvPr>
        </p:nvSpPr>
        <p:spPr>
          <a:xfrm>
            <a:off x="504000" y="1326600"/>
            <a:ext cx="2921040" cy="1568520"/>
          </a:xfrm>
          <a:prstGeom prst="rect">
            <a:avLst/>
          </a:prstGeom>
          <a:noFill/>
          <a:ln w="0">
            <a:noFill/>
          </a:ln>
        </p:spPr>
        <p:txBody>
          <a:bodyPr lIns="0" rIns="0" tIns="0" bIns="0" anchor="t">
            <a:normAutofit/>
          </a:bodyPr>
          <a:p>
            <a:endParaRPr b="0" lang="en-US" sz="3200" spc="-1" strike="noStrike">
              <a:latin typeface="Arial"/>
            </a:endParaRPr>
          </a:p>
        </p:txBody>
      </p:sp>
      <p:sp>
        <p:nvSpPr>
          <p:cNvPr id="129" name="PlaceHolder 3"/>
          <p:cNvSpPr>
            <a:spLocks noGrp="1"/>
          </p:cNvSpPr>
          <p:nvPr>
            <p:ph/>
          </p:nvPr>
        </p:nvSpPr>
        <p:spPr>
          <a:xfrm>
            <a:off x="3571560" y="1326600"/>
            <a:ext cx="2921040" cy="1568520"/>
          </a:xfrm>
          <a:prstGeom prst="rect">
            <a:avLst/>
          </a:prstGeom>
          <a:noFill/>
          <a:ln w="0">
            <a:noFill/>
          </a:ln>
        </p:spPr>
        <p:txBody>
          <a:bodyPr lIns="0" rIns="0" tIns="0" bIns="0" anchor="t">
            <a:normAutofit/>
          </a:bodyPr>
          <a:p>
            <a:endParaRPr b="0" lang="en-US" sz="3200" spc="-1" strike="noStrike">
              <a:latin typeface="Arial"/>
            </a:endParaRPr>
          </a:p>
        </p:txBody>
      </p:sp>
      <p:sp>
        <p:nvSpPr>
          <p:cNvPr id="130" name="PlaceHolder 4"/>
          <p:cNvSpPr>
            <a:spLocks noGrp="1"/>
          </p:cNvSpPr>
          <p:nvPr>
            <p:ph/>
          </p:nvPr>
        </p:nvSpPr>
        <p:spPr>
          <a:xfrm>
            <a:off x="6639120" y="1326600"/>
            <a:ext cx="2921040" cy="1568520"/>
          </a:xfrm>
          <a:prstGeom prst="rect">
            <a:avLst/>
          </a:prstGeom>
          <a:noFill/>
          <a:ln w="0">
            <a:noFill/>
          </a:ln>
        </p:spPr>
        <p:txBody>
          <a:bodyPr lIns="0" rIns="0" tIns="0" bIns="0" anchor="t">
            <a:normAutofit/>
          </a:bodyPr>
          <a:p>
            <a:endParaRPr b="0" lang="en-US" sz="3200" spc="-1" strike="noStrike">
              <a:latin typeface="Arial"/>
            </a:endParaRPr>
          </a:p>
        </p:txBody>
      </p:sp>
      <p:sp>
        <p:nvSpPr>
          <p:cNvPr id="131" name="PlaceHolder 5"/>
          <p:cNvSpPr>
            <a:spLocks noGrp="1"/>
          </p:cNvSpPr>
          <p:nvPr>
            <p:ph/>
          </p:nvPr>
        </p:nvSpPr>
        <p:spPr>
          <a:xfrm>
            <a:off x="504000" y="3044520"/>
            <a:ext cx="2921040" cy="1568520"/>
          </a:xfrm>
          <a:prstGeom prst="rect">
            <a:avLst/>
          </a:prstGeom>
          <a:noFill/>
          <a:ln w="0">
            <a:noFill/>
          </a:ln>
        </p:spPr>
        <p:txBody>
          <a:bodyPr lIns="0" rIns="0" tIns="0" bIns="0" anchor="t">
            <a:normAutofit/>
          </a:bodyPr>
          <a:p>
            <a:endParaRPr b="0" lang="en-US" sz="3200" spc="-1" strike="noStrike">
              <a:latin typeface="Arial"/>
            </a:endParaRPr>
          </a:p>
        </p:txBody>
      </p:sp>
      <p:sp>
        <p:nvSpPr>
          <p:cNvPr id="132" name="PlaceHolder 6"/>
          <p:cNvSpPr>
            <a:spLocks noGrp="1"/>
          </p:cNvSpPr>
          <p:nvPr>
            <p:ph/>
          </p:nvPr>
        </p:nvSpPr>
        <p:spPr>
          <a:xfrm>
            <a:off x="3571560" y="3044520"/>
            <a:ext cx="2921040" cy="1568520"/>
          </a:xfrm>
          <a:prstGeom prst="rect">
            <a:avLst/>
          </a:prstGeom>
          <a:noFill/>
          <a:ln w="0">
            <a:noFill/>
          </a:ln>
        </p:spPr>
        <p:txBody>
          <a:bodyPr lIns="0" rIns="0" tIns="0" bIns="0" anchor="t">
            <a:normAutofit/>
          </a:bodyPr>
          <a:p>
            <a:endParaRPr b="0" lang="en-US" sz="3200" spc="-1" strike="noStrike">
              <a:latin typeface="Arial"/>
            </a:endParaRPr>
          </a:p>
        </p:txBody>
      </p:sp>
      <p:sp>
        <p:nvSpPr>
          <p:cNvPr id="133" name="PlaceHolder 7"/>
          <p:cNvSpPr>
            <a:spLocks noGrp="1"/>
          </p:cNvSpPr>
          <p:nvPr>
            <p:ph/>
          </p:nvPr>
        </p:nvSpPr>
        <p:spPr>
          <a:xfrm>
            <a:off x="6639120" y="3044520"/>
            <a:ext cx="2921040" cy="156852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4"/>
          </p:nvPr>
        </p:nvSpPr>
        <p:spPr/>
        <p:txBody>
          <a:bodyPr/>
          <a:p>
            <a:r>
              <a:t>Footer</a:t>
            </a:r>
          </a:p>
        </p:txBody>
      </p:sp>
      <p:sp>
        <p:nvSpPr>
          <p:cNvPr id="10" name="PlaceHolder 9"/>
          <p:cNvSpPr>
            <a:spLocks noGrp="1"/>
          </p:cNvSpPr>
          <p:nvPr>
            <p:ph type="sldNum" idx="5"/>
          </p:nvPr>
        </p:nvSpPr>
        <p:spPr/>
        <p:txBody>
          <a:bodyPr/>
          <a:p>
            <a:fld id="{CFB5E907-006E-40B8-9D6A-FD676B5A49E5}" type="slidenum">
              <a:t>&lt;#&gt;</a:t>
            </a:fld>
          </a:p>
        </p:txBody>
      </p:sp>
      <p:sp>
        <p:nvSpPr>
          <p:cNvPr id="11" name="PlaceHolder 10"/>
          <p:cNvSpPr>
            <a:spLocks noGrp="1"/>
          </p:cNvSpPr>
          <p:nvPr>
            <p:ph type="dt" idx="6"/>
          </p:nvPr>
        </p:nvSpPr>
        <p:spPr/>
        <p:txBody>
          <a:bodyPr/>
          <a:p>
            <a:r>
              <a:rPr lang="en-US"/>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D17D6B4E-A5E6-448E-8BA6-8A1995DF97D5}"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44"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45" name="PlaceHolder 2"/>
          <p:cNvSpPr>
            <a:spLocks noGrp="1"/>
          </p:cNvSpPr>
          <p:nvPr>
            <p:ph type="subTitle"/>
          </p:nvPr>
        </p:nvSpPr>
        <p:spPr>
          <a:xfrm>
            <a:off x="504000" y="1326600"/>
            <a:ext cx="9072000" cy="328860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0EF32F13-F6F8-44EC-8621-791778AFCBE7}"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46"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47"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07C0B524-FAFF-43BC-8844-03C946E2B945}"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8"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49"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endParaRPr b="0" lang="en-US" sz="3200" spc="-1" strike="noStrike">
              <a:latin typeface="Arial"/>
            </a:endParaRPr>
          </a:p>
        </p:txBody>
      </p:sp>
      <p:sp>
        <p:nvSpPr>
          <p:cNvPr id="150"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430771A5-1927-43E2-94CA-9BC143758954}" type="slidenum">
              <a:t>&lt;#&gt;</a:t>
            </a:fld>
          </a:p>
        </p:txBody>
      </p:sp>
      <p:sp>
        <p:nvSpPr>
          <p:cNvPr id="7" name="PlaceHolder 6"/>
          <p:cNvSpPr>
            <a:spLocks noGrp="1"/>
          </p:cNvSpPr>
          <p:nvPr>
            <p:ph type="dt" idx="9"/>
          </p:nvPr>
        </p:nvSpPr>
        <p:spPr/>
        <p:txBody>
          <a:bodyPr/>
          <a:p>
            <a:r>
              <a:rPr lang="en-US"/>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1"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4D510068-ED68-45C4-906D-8DD89A38FF50}" type="slidenum">
              <a:t>&lt;#&gt;</a:t>
            </a:fld>
          </a:p>
        </p:txBody>
      </p:sp>
      <p:sp>
        <p:nvSpPr>
          <p:cNvPr id="5" name="PlaceHolder 4"/>
          <p:cNvSpPr>
            <a:spLocks noGrp="1"/>
          </p:cNvSpPr>
          <p:nvPr>
            <p:ph type="dt" idx="9"/>
          </p:nvPr>
        </p:nvSpPr>
        <p:spPr/>
        <p:txBody>
          <a:bodyPr/>
          <a:p>
            <a:r>
              <a:rPr lang="en-US"/>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52" name="PlaceHolder 1"/>
          <p:cNvSpPr>
            <a:spLocks noGrp="1"/>
          </p:cNvSpPr>
          <p:nvPr>
            <p:ph type="subTitle"/>
          </p:nvPr>
        </p:nvSpPr>
        <p:spPr>
          <a:xfrm>
            <a:off x="504000" y="226080"/>
            <a:ext cx="9072000" cy="438840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ECFC024B-E888-4FB7-8876-5EEBDD452507}" type="slidenum">
              <a:t>&lt;#&gt;</a:t>
            </a:fld>
          </a:p>
        </p:txBody>
      </p:sp>
      <p:sp>
        <p:nvSpPr>
          <p:cNvPr id="5" name="PlaceHolder 4"/>
          <p:cNvSpPr>
            <a:spLocks noGrp="1"/>
          </p:cNvSpPr>
          <p:nvPr>
            <p:ph type="dt" idx="9"/>
          </p:nvPr>
        </p:nvSpPr>
        <p:spPr/>
        <p:txBody>
          <a:bodyPr/>
          <a:p>
            <a:r>
              <a:rPr lang="en-US"/>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54"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155"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endParaRPr b="0" lang="en-US" sz="3200" spc="-1" strike="noStrike">
              <a:latin typeface="Arial"/>
            </a:endParaRPr>
          </a:p>
        </p:txBody>
      </p:sp>
      <p:sp>
        <p:nvSpPr>
          <p:cNvPr id="156"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5AA53755-C3CF-494E-A4C9-6B610289F928}" type="slidenum">
              <a:t>&lt;#&gt;</a:t>
            </a:fld>
          </a:p>
        </p:txBody>
      </p:sp>
      <p:sp>
        <p:nvSpPr>
          <p:cNvPr id="8" name="PlaceHolder 7"/>
          <p:cNvSpPr>
            <a:spLocks noGrp="1"/>
          </p:cNvSpPr>
          <p:nvPr>
            <p:ph type="dt" idx="9"/>
          </p:nvPr>
        </p:nvSpPr>
        <p:spPr/>
        <p:txBody>
          <a:bodyPr/>
          <a:p>
            <a:r>
              <a:rPr lang="en-US"/>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58"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endParaRPr b="0" lang="en-US" sz="3200" spc="-1" strike="noStrike">
              <a:latin typeface="Arial"/>
            </a:endParaRPr>
          </a:p>
        </p:txBody>
      </p:sp>
      <p:sp>
        <p:nvSpPr>
          <p:cNvPr id="159"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160" name="PlaceHolder 4"/>
          <p:cNvSpPr>
            <a:spLocks noGrp="1"/>
          </p:cNvSpPr>
          <p:nvPr>
            <p:ph/>
          </p:nvPr>
        </p:nvSpPr>
        <p:spPr>
          <a:xfrm>
            <a:off x="5152680" y="304452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977275AE-0108-4952-A216-796C8B200EAA}" type="slidenum">
              <a:t>&lt;#&gt;</a:t>
            </a:fld>
          </a:p>
        </p:txBody>
      </p:sp>
      <p:sp>
        <p:nvSpPr>
          <p:cNvPr id="8" name="PlaceHolder 7"/>
          <p:cNvSpPr>
            <a:spLocks noGrp="1"/>
          </p:cNvSpPr>
          <p:nvPr>
            <p:ph type="dt" idx="9"/>
          </p:nvPr>
        </p:nvSpPr>
        <p:spPr/>
        <p:txBody>
          <a:bodyPr/>
          <a:p>
            <a:r>
              <a:rPr lang="en-US"/>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61"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62"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163"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164" name="PlaceHolder 4"/>
          <p:cNvSpPr>
            <a:spLocks noGrp="1"/>
          </p:cNvSpPr>
          <p:nvPr>
            <p:ph/>
          </p:nvPr>
        </p:nvSpPr>
        <p:spPr>
          <a:xfrm>
            <a:off x="504000" y="3044520"/>
            <a:ext cx="9072000" cy="156852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12E63A02-3D54-439E-BBFA-5A07484536E4}" type="slidenum">
              <a:t>&lt;#&gt;</a:t>
            </a:fld>
          </a:p>
        </p:txBody>
      </p:sp>
      <p:sp>
        <p:nvSpPr>
          <p:cNvPr id="8" name="PlaceHolder 7"/>
          <p:cNvSpPr>
            <a:spLocks noGrp="1"/>
          </p:cNvSpPr>
          <p:nvPr>
            <p:ph type="dt" idx="9"/>
          </p:nvPr>
        </p:nvSpPr>
        <p:spPr/>
        <p:txBody>
          <a:bodyPr/>
          <a:p>
            <a:r>
              <a:rPr lang="en-US"/>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65"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66" name="PlaceHolder 2"/>
          <p:cNvSpPr>
            <a:spLocks noGrp="1"/>
          </p:cNvSpPr>
          <p:nvPr>
            <p:ph/>
          </p:nvPr>
        </p:nvSpPr>
        <p:spPr>
          <a:xfrm>
            <a:off x="504000" y="1326600"/>
            <a:ext cx="9072000" cy="1568520"/>
          </a:xfrm>
          <a:prstGeom prst="rect">
            <a:avLst/>
          </a:prstGeom>
          <a:noFill/>
          <a:ln w="0">
            <a:noFill/>
          </a:ln>
        </p:spPr>
        <p:txBody>
          <a:bodyPr lIns="0" rIns="0" tIns="0" bIns="0" anchor="t">
            <a:normAutofit/>
          </a:bodyPr>
          <a:p>
            <a:endParaRPr b="0" lang="en-US" sz="3200" spc="-1" strike="noStrike">
              <a:latin typeface="Arial"/>
            </a:endParaRPr>
          </a:p>
        </p:txBody>
      </p:sp>
      <p:sp>
        <p:nvSpPr>
          <p:cNvPr id="167" name="PlaceHolder 3"/>
          <p:cNvSpPr>
            <a:spLocks noGrp="1"/>
          </p:cNvSpPr>
          <p:nvPr>
            <p:ph/>
          </p:nvPr>
        </p:nvSpPr>
        <p:spPr>
          <a:xfrm>
            <a:off x="504000" y="3044520"/>
            <a:ext cx="9072000" cy="156852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EBCC12D4-DE1E-468C-9138-92B58C0544E4}" type="slidenum">
              <a:t>&lt;#&gt;</a:t>
            </a:fld>
          </a:p>
        </p:txBody>
      </p:sp>
      <p:sp>
        <p:nvSpPr>
          <p:cNvPr id="7" name="PlaceHolder 6"/>
          <p:cNvSpPr>
            <a:spLocks noGrp="1"/>
          </p:cNvSpPr>
          <p:nvPr>
            <p:ph type="dt" idx="9"/>
          </p:nvPr>
        </p:nvSpPr>
        <p:spPr/>
        <p:txBody>
          <a:bodyPr/>
          <a:p>
            <a:r>
              <a:rPr lang="en-US"/>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68"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69"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170"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171"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172" name="PlaceHolder 5"/>
          <p:cNvSpPr>
            <a:spLocks noGrp="1"/>
          </p:cNvSpPr>
          <p:nvPr>
            <p:ph/>
          </p:nvPr>
        </p:nvSpPr>
        <p:spPr>
          <a:xfrm>
            <a:off x="5152680" y="3044520"/>
            <a:ext cx="4426920" cy="156852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7"/>
          </p:nvPr>
        </p:nvSpPr>
        <p:spPr/>
        <p:txBody>
          <a:bodyPr/>
          <a:p>
            <a:r>
              <a:t>Footer</a:t>
            </a:r>
          </a:p>
        </p:txBody>
      </p:sp>
      <p:sp>
        <p:nvSpPr>
          <p:cNvPr id="8" name="PlaceHolder 7"/>
          <p:cNvSpPr>
            <a:spLocks noGrp="1"/>
          </p:cNvSpPr>
          <p:nvPr>
            <p:ph type="sldNum" idx="8"/>
          </p:nvPr>
        </p:nvSpPr>
        <p:spPr/>
        <p:txBody>
          <a:bodyPr/>
          <a:p>
            <a:fld id="{1B12D8F6-F926-4078-8C02-1EF1D0344974}" type="slidenum">
              <a:t>&lt;#&gt;</a:t>
            </a:fld>
          </a:p>
        </p:txBody>
      </p:sp>
      <p:sp>
        <p:nvSpPr>
          <p:cNvPr id="9" name="PlaceHolder 8"/>
          <p:cNvSpPr>
            <a:spLocks noGrp="1"/>
          </p:cNvSpPr>
          <p:nvPr>
            <p:ph type="dt" idx="9"/>
          </p:nvPr>
        </p:nvSpPr>
        <p:spPr/>
        <p:txBody>
          <a:bodyPr/>
          <a:p>
            <a:r>
              <a:rPr lang="en-US"/>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73"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74" name="PlaceHolder 2"/>
          <p:cNvSpPr>
            <a:spLocks noGrp="1"/>
          </p:cNvSpPr>
          <p:nvPr>
            <p:ph/>
          </p:nvPr>
        </p:nvSpPr>
        <p:spPr>
          <a:xfrm>
            <a:off x="504000" y="1326600"/>
            <a:ext cx="2921040" cy="1568520"/>
          </a:xfrm>
          <a:prstGeom prst="rect">
            <a:avLst/>
          </a:prstGeom>
          <a:noFill/>
          <a:ln w="0">
            <a:noFill/>
          </a:ln>
        </p:spPr>
        <p:txBody>
          <a:bodyPr lIns="0" rIns="0" tIns="0" bIns="0" anchor="t">
            <a:normAutofit/>
          </a:bodyPr>
          <a:p>
            <a:endParaRPr b="0" lang="en-US" sz="3200" spc="-1" strike="noStrike">
              <a:latin typeface="Arial"/>
            </a:endParaRPr>
          </a:p>
        </p:txBody>
      </p:sp>
      <p:sp>
        <p:nvSpPr>
          <p:cNvPr id="175" name="PlaceHolder 3"/>
          <p:cNvSpPr>
            <a:spLocks noGrp="1"/>
          </p:cNvSpPr>
          <p:nvPr>
            <p:ph/>
          </p:nvPr>
        </p:nvSpPr>
        <p:spPr>
          <a:xfrm>
            <a:off x="3571560" y="1326600"/>
            <a:ext cx="2921040" cy="1568520"/>
          </a:xfrm>
          <a:prstGeom prst="rect">
            <a:avLst/>
          </a:prstGeom>
          <a:noFill/>
          <a:ln w="0">
            <a:noFill/>
          </a:ln>
        </p:spPr>
        <p:txBody>
          <a:bodyPr lIns="0" rIns="0" tIns="0" bIns="0" anchor="t">
            <a:normAutofit/>
          </a:bodyPr>
          <a:p>
            <a:endParaRPr b="0" lang="en-US" sz="3200" spc="-1" strike="noStrike">
              <a:latin typeface="Arial"/>
            </a:endParaRPr>
          </a:p>
        </p:txBody>
      </p:sp>
      <p:sp>
        <p:nvSpPr>
          <p:cNvPr id="176" name="PlaceHolder 4"/>
          <p:cNvSpPr>
            <a:spLocks noGrp="1"/>
          </p:cNvSpPr>
          <p:nvPr>
            <p:ph/>
          </p:nvPr>
        </p:nvSpPr>
        <p:spPr>
          <a:xfrm>
            <a:off x="6639120" y="1326600"/>
            <a:ext cx="2921040" cy="1568520"/>
          </a:xfrm>
          <a:prstGeom prst="rect">
            <a:avLst/>
          </a:prstGeom>
          <a:noFill/>
          <a:ln w="0">
            <a:noFill/>
          </a:ln>
        </p:spPr>
        <p:txBody>
          <a:bodyPr lIns="0" rIns="0" tIns="0" bIns="0" anchor="t">
            <a:normAutofit/>
          </a:bodyPr>
          <a:p>
            <a:endParaRPr b="0" lang="en-US" sz="3200" spc="-1" strike="noStrike">
              <a:latin typeface="Arial"/>
            </a:endParaRPr>
          </a:p>
        </p:txBody>
      </p:sp>
      <p:sp>
        <p:nvSpPr>
          <p:cNvPr id="177" name="PlaceHolder 5"/>
          <p:cNvSpPr>
            <a:spLocks noGrp="1"/>
          </p:cNvSpPr>
          <p:nvPr>
            <p:ph/>
          </p:nvPr>
        </p:nvSpPr>
        <p:spPr>
          <a:xfrm>
            <a:off x="504000" y="3044520"/>
            <a:ext cx="2921040" cy="1568520"/>
          </a:xfrm>
          <a:prstGeom prst="rect">
            <a:avLst/>
          </a:prstGeom>
          <a:noFill/>
          <a:ln w="0">
            <a:noFill/>
          </a:ln>
        </p:spPr>
        <p:txBody>
          <a:bodyPr lIns="0" rIns="0" tIns="0" bIns="0" anchor="t">
            <a:normAutofit/>
          </a:bodyPr>
          <a:p>
            <a:endParaRPr b="0" lang="en-US" sz="3200" spc="-1" strike="noStrike">
              <a:latin typeface="Arial"/>
            </a:endParaRPr>
          </a:p>
        </p:txBody>
      </p:sp>
      <p:sp>
        <p:nvSpPr>
          <p:cNvPr id="178" name="PlaceHolder 6"/>
          <p:cNvSpPr>
            <a:spLocks noGrp="1"/>
          </p:cNvSpPr>
          <p:nvPr>
            <p:ph/>
          </p:nvPr>
        </p:nvSpPr>
        <p:spPr>
          <a:xfrm>
            <a:off x="3571560" y="3044520"/>
            <a:ext cx="2921040" cy="1568520"/>
          </a:xfrm>
          <a:prstGeom prst="rect">
            <a:avLst/>
          </a:prstGeom>
          <a:noFill/>
          <a:ln w="0">
            <a:noFill/>
          </a:ln>
        </p:spPr>
        <p:txBody>
          <a:bodyPr lIns="0" rIns="0" tIns="0" bIns="0" anchor="t">
            <a:normAutofit/>
          </a:bodyPr>
          <a:p>
            <a:endParaRPr b="0" lang="en-US" sz="3200" spc="-1" strike="noStrike">
              <a:latin typeface="Arial"/>
            </a:endParaRPr>
          </a:p>
        </p:txBody>
      </p:sp>
      <p:sp>
        <p:nvSpPr>
          <p:cNvPr id="179" name="PlaceHolder 7"/>
          <p:cNvSpPr>
            <a:spLocks noGrp="1"/>
          </p:cNvSpPr>
          <p:nvPr>
            <p:ph/>
          </p:nvPr>
        </p:nvSpPr>
        <p:spPr>
          <a:xfrm>
            <a:off x="6639120" y="3044520"/>
            <a:ext cx="2921040" cy="156852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7"/>
          </p:nvPr>
        </p:nvSpPr>
        <p:spPr/>
        <p:txBody>
          <a:bodyPr/>
          <a:p>
            <a:r>
              <a:t>Footer</a:t>
            </a:r>
          </a:p>
        </p:txBody>
      </p:sp>
      <p:sp>
        <p:nvSpPr>
          <p:cNvPr id="10" name="PlaceHolder 9"/>
          <p:cNvSpPr>
            <a:spLocks noGrp="1"/>
          </p:cNvSpPr>
          <p:nvPr>
            <p:ph type="sldNum" idx="8"/>
          </p:nvPr>
        </p:nvSpPr>
        <p:spPr/>
        <p:txBody>
          <a:bodyPr/>
          <a:p>
            <a:fld id="{D9DCBC12-9F3E-4A37-9C12-855049D9C5E5}" type="slidenum">
              <a:t>&lt;#&gt;</a:t>
            </a:fld>
          </a:p>
        </p:txBody>
      </p:sp>
      <p:sp>
        <p:nvSpPr>
          <p:cNvPr id="11" name="PlaceHolder 10"/>
          <p:cNvSpPr>
            <a:spLocks noGrp="1"/>
          </p:cNvSpPr>
          <p:nvPr>
            <p:ph type="dt" idx="9"/>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0" name=""/>
          <p:cNvSpPr/>
          <p:nvPr/>
        </p:nvSpPr>
        <p:spPr>
          <a:xfrm>
            <a:off x="4104000" y="4896000"/>
            <a:ext cx="4388400" cy="342720"/>
          </a:xfrm>
          <a:prstGeom prst="rect">
            <a:avLst/>
          </a:prstGeom>
          <a:noFill/>
          <a:ln w="10800">
            <a:noFill/>
          </a:ln>
        </p:spPr>
        <p:style>
          <a:lnRef idx="0"/>
          <a:fillRef idx="0"/>
          <a:effectRef idx="0"/>
          <a:fontRef idx="minor"/>
        </p:style>
        <p:txBody>
          <a:bodyPr lIns="90000" rIns="90000" tIns="45000" bIns="45000" anchor="t">
            <a:noAutofit/>
          </a:bodyPr>
          <a:p>
            <a:pPr>
              <a:lnSpc>
                <a:spcPct val="100000"/>
              </a:lnSpc>
              <a:buNone/>
            </a:pPr>
            <a:fld id="{F204D6D4-1551-46F3-8C10-D2CDEF3EE943}" type="author">
              <a:rPr b="0" lang="en-US" sz="1800" spc="-1" strike="noStrike">
                <a:solidFill>
                  <a:srgbClr val="000000"/>
                </a:solidFill>
                <a:latin typeface="Arial"/>
                <a:ea typeface="DejaVu Sans"/>
              </a:rPr>
              <a:t> </a:t>
            </a:fld>
            <a:endParaRPr b="0" lang="en-US" sz="1800" spc="-1" strike="noStrike">
              <a:latin typeface="Arial"/>
            </a:endParaRPr>
          </a:p>
        </p:txBody>
      </p:sp>
      <p:sp>
        <p:nvSpPr>
          <p:cNvPr id="1" name=""/>
          <p:cNvSpPr/>
          <p:nvPr/>
        </p:nvSpPr>
        <p:spPr>
          <a:xfrm>
            <a:off x="25920" y="4628880"/>
            <a:ext cx="6116400" cy="14400"/>
          </a:xfrm>
          <a:custGeom>
            <a:avLst/>
            <a:gdLst/>
            <a:ahLst/>
            <a:rect l="l" t="t" r="r" b="b"/>
            <a:pathLst>
              <a:path w="7200424" h="21600">
                <a:moveTo>
                  <a:pt x="10800" y="0"/>
                </a:moveTo>
                <a:arcTo wR="10800" hR="10800" stAng="16200000" swAng="-5400000"/>
                <a:lnTo>
                  <a:pt x="0" y="10800"/>
                </a:lnTo>
                <a:arcTo wR="10800" hR="10800" stAng="10800000" swAng="-5400000"/>
                <a:lnTo>
                  <a:pt x="7189624" y="21600"/>
                </a:lnTo>
                <a:arcTo wR="7168024" hR="10800" stAng="5400000" swAng="5400000"/>
                <a:lnTo>
                  <a:pt x="21600" y="10800"/>
                </a:lnTo>
                <a:arcTo wR="7168024" hR="10800" stAng="10800000" swAng="5400000"/>
                <a:close/>
              </a:path>
            </a:pathLst>
          </a:custGeom>
          <a:gradFill rotWithShape="0">
            <a:gsLst>
              <a:gs pos="0">
                <a:srgbClr val="cccccc"/>
              </a:gs>
              <a:gs pos="100000">
                <a:srgbClr val="333333"/>
              </a:gs>
            </a:gsLst>
            <a:lin ang="0"/>
          </a:gradFill>
          <a:ln w="10800">
            <a:noFill/>
          </a:ln>
        </p:spPr>
        <p:style>
          <a:lnRef idx="0"/>
          <a:fillRef idx="0"/>
          <a:effectRef idx="0"/>
          <a:fontRef idx="minor"/>
        </p:style>
      </p:sp>
      <p:sp>
        <p:nvSpPr>
          <p:cNvPr id="2" name=""/>
          <p:cNvSpPr/>
          <p:nvPr/>
        </p:nvSpPr>
        <p:spPr>
          <a:xfrm>
            <a:off x="3859200" y="5324400"/>
            <a:ext cx="6236640" cy="3600"/>
          </a:xfrm>
          <a:custGeom>
            <a:avLst/>
            <a:gdLst/>
            <a:ahLst/>
            <a:rect l="l" t="t" r="r" b="b"/>
            <a:pathLst>
              <a:path w="17830286" h="21600">
                <a:moveTo>
                  <a:pt x="10800" y="0"/>
                </a:moveTo>
                <a:arcTo wR="10800" hR="10800" stAng="16200000" swAng="-5400000"/>
                <a:lnTo>
                  <a:pt x="0" y="10800"/>
                </a:lnTo>
                <a:arcTo wR="10800" hR="10800" stAng="10800000" swAng="-5400000"/>
                <a:lnTo>
                  <a:pt x="17819486" y="21600"/>
                </a:lnTo>
                <a:arcTo wR="17797886" hR="10800" stAng="5400000" swAng="5400000"/>
                <a:lnTo>
                  <a:pt x="21600" y="10800"/>
                </a:lnTo>
                <a:arcTo wR="17797886" hR="10800" stAng="10800000" swAng="5400000"/>
                <a:close/>
              </a:path>
            </a:pathLst>
          </a:custGeom>
          <a:gradFill rotWithShape="0">
            <a:gsLst>
              <a:gs pos="0">
                <a:srgbClr val="cccccc"/>
              </a:gs>
              <a:gs pos="100000">
                <a:srgbClr val="333333"/>
              </a:gs>
            </a:gsLst>
            <a:lin ang="0"/>
          </a:gradFill>
          <a:ln w="0">
            <a:noFill/>
          </a:ln>
        </p:spPr>
        <p:style>
          <a:lnRef idx="0"/>
          <a:fillRef idx="0"/>
          <a:effectRef idx="0"/>
          <a:fontRef idx="minor"/>
        </p:style>
      </p:sp>
      <p:sp>
        <p:nvSpPr>
          <p:cNvPr id="3" name=""/>
          <p:cNvSpPr/>
          <p:nvPr/>
        </p:nvSpPr>
        <p:spPr>
          <a:xfrm>
            <a:off x="4044960" y="4944960"/>
            <a:ext cx="3600" cy="483840"/>
          </a:xfrm>
          <a:custGeom>
            <a:avLst/>
            <a:gdLst/>
            <a:ahLst/>
            <a:rect l="l" t="t" r="r" b="b"/>
            <a:pathLst>
              <a:path w="21600" h="1393714">
                <a:moveTo>
                  <a:pt x="10800" y="0"/>
                </a:moveTo>
                <a:arcTo wR="10800" hR="10800" stAng="16200000" swAng="-5400000"/>
                <a:lnTo>
                  <a:pt x="0" y="1382914"/>
                </a:lnTo>
                <a:arcTo wR="10800" hR="1361314" stAng="10800000" swAng="5400000"/>
                <a:lnTo>
                  <a:pt x="10800" y="21600"/>
                </a:lnTo>
                <a:arcTo wR="10800" hR="1361314" stAng="16200000" swAng="5400000"/>
                <a:lnTo>
                  <a:pt x="21600" y="10800"/>
                </a:lnTo>
                <a:arcTo wR="10800" hR="10800" stAng="0" swAng="-5400000"/>
                <a:close/>
              </a:path>
            </a:pathLst>
          </a:custGeom>
          <a:solidFill>
            <a:srgbClr val="cccccc"/>
          </a:solidFill>
          <a:ln w="10800">
            <a:noFill/>
          </a:ln>
        </p:spPr>
        <p:style>
          <a:lnRef idx="0"/>
          <a:fillRef idx="0"/>
          <a:effectRef idx="0"/>
          <a:fontRef idx="minor"/>
        </p:style>
      </p:sp>
      <p:sp>
        <p:nvSpPr>
          <p:cNvPr id="4"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r>
              <a:rPr b="0" lang="en-US" sz="4400" spc="-1" strike="noStrike">
                <a:latin typeface="Arial"/>
              </a:rPr>
              <a:t>Clic</a:t>
            </a:r>
            <a:r>
              <a:rPr b="0" lang="en-US" sz="4400" spc="-1" strike="noStrike">
                <a:latin typeface="Arial"/>
              </a:rPr>
              <a:t>k to </a:t>
            </a:r>
            <a:r>
              <a:rPr b="0" lang="en-US" sz="4400" spc="-1" strike="noStrike">
                <a:latin typeface="Arial"/>
              </a:rPr>
              <a:t>edit </a:t>
            </a:r>
            <a:r>
              <a:rPr b="0" lang="en-US" sz="4400" spc="-1" strike="noStrike">
                <a:latin typeface="Arial"/>
              </a:rPr>
              <a:t>the </a:t>
            </a:r>
            <a:r>
              <a:rPr b="0" lang="en-US" sz="4400" spc="-1" strike="noStrike">
                <a:latin typeface="Arial"/>
              </a:rPr>
              <a:t>title </a:t>
            </a:r>
            <a:r>
              <a:rPr b="0" lang="en-US" sz="4400" spc="-1" strike="noStrike">
                <a:latin typeface="Arial"/>
              </a:rPr>
              <a:t>text </a:t>
            </a:r>
            <a:r>
              <a:rPr b="0" lang="en-US" sz="4400" spc="-1" strike="noStrike">
                <a:latin typeface="Arial"/>
              </a:rPr>
              <a:t>for</a:t>
            </a:r>
            <a:r>
              <a:rPr b="0" lang="en-US" sz="4400" spc="-1" strike="noStrike">
                <a:latin typeface="Arial"/>
              </a:rPr>
              <a:t>mat</a:t>
            </a:r>
            <a:endParaRPr b="0" lang="en-US" sz="4400" spc="-1" strike="noStrike">
              <a:latin typeface="Arial"/>
            </a:endParaRPr>
          </a:p>
        </p:txBody>
      </p:sp>
      <p:sp>
        <p:nvSpPr>
          <p:cNvPr id="5" name="PlaceHolder 2"/>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ffffff"/>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ffffff"/>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ffffff"/>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ffffff"/>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ffffff"/>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ffffff"/>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2" name=""/>
          <p:cNvSpPr/>
          <p:nvPr/>
        </p:nvSpPr>
        <p:spPr>
          <a:xfrm>
            <a:off x="20880" y="607320"/>
            <a:ext cx="6116400" cy="14400"/>
          </a:xfrm>
          <a:custGeom>
            <a:avLst/>
            <a:gdLst/>
            <a:ahLst/>
            <a:rect l="l" t="t" r="r" b="b"/>
            <a:pathLst>
              <a:path w="7200424" h="21600">
                <a:moveTo>
                  <a:pt x="10800" y="0"/>
                </a:moveTo>
                <a:arcTo wR="10800" hR="10800" stAng="16200000" swAng="-5400000"/>
                <a:lnTo>
                  <a:pt x="0" y="10800"/>
                </a:lnTo>
                <a:arcTo wR="10800" hR="10800" stAng="10800000" swAng="-5400000"/>
                <a:lnTo>
                  <a:pt x="7189624" y="21600"/>
                </a:lnTo>
                <a:arcTo wR="7168024" hR="10800" stAng="5400000" swAng="5400000"/>
                <a:lnTo>
                  <a:pt x="21600" y="10800"/>
                </a:lnTo>
                <a:arcTo wR="7168024" hR="10800" stAng="10800000" swAng="5400000"/>
                <a:close/>
              </a:path>
            </a:pathLst>
          </a:custGeom>
          <a:gradFill rotWithShape="0">
            <a:gsLst>
              <a:gs pos="0">
                <a:srgbClr val="cccccc"/>
              </a:gs>
              <a:gs pos="100000">
                <a:srgbClr val="333333"/>
              </a:gs>
            </a:gsLst>
            <a:lin ang="0"/>
          </a:gradFill>
          <a:ln w="10800">
            <a:noFill/>
          </a:ln>
        </p:spPr>
        <p:style>
          <a:lnRef idx="0"/>
          <a:fillRef idx="0"/>
          <a:effectRef idx="0"/>
          <a:fontRef idx="minor"/>
        </p:style>
      </p:sp>
      <p:sp>
        <p:nvSpPr>
          <p:cNvPr id="43" name=""/>
          <p:cNvSpPr/>
          <p:nvPr/>
        </p:nvSpPr>
        <p:spPr>
          <a:xfrm>
            <a:off x="4430520" y="840960"/>
            <a:ext cx="5670360" cy="3600"/>
          </a:xfrm>
          <a:custGeom>
            <a:avLst/>
            <a:gdLst/>
            <a:ahLst/>
            <a:rect l="l" t="t" r="r" b="b"/>
            <a:pathLst>
              <a:path w="16212343" h="21600">
                <a:moveTo>
                  <a:pt x="10800" y="0"/>
                </a:moveTo>
                <a:arcTo wR="10800" hR="10800" stAng="16200000" swAng="-5400000"/>
                <a:lnTo>
                  <a:pt x="0" y="10800"/>
                </a:lnTo>
                <a:arcTo wR="10800" hR="10800" stAng="10800000" swAng="-5400000"/>
                <a:lnTo>
                  <a:pt x="16201543" y="21600"/>
                </a:lnTo>
                <a:arcTo wR="16179943" hR="10800" stAng="5400000" swAng="5400000"/>
                <a:lnTo>
                  <a:pt x="21600" y="10800"/>
                </a:lnTo>
                <a:arcTo wR="16179943" hR="10800" stAng="10800000" swAng="5400000"/>
                <a:close/>
              </a:path>
            </a:pathLst>
          </a:custGeom>
          <a:gradFill rotWithShape="0">
            <a:gsLst>
              <a:gs pos="0">
                <a:srgbClr val="333333"/>
              </a:gs>
              <a:gs pos="100000">
                <a:srgbClr val="cccccc"/>
              </a:gs>
            </a:gsLst>
            <a:lin ang="0"/>
          </a:gradFill>
          <a:ln w="0">
            <a:noFill/>
          </a:ln>
        </p:spPr>
        <p:style>
          <a:lnRef idx="0"/>
          <a:fillRef idx="0"/>
          <a:effectRef idx="0"/>
          <a:fontRef idx="minor"/>
        </p:style>
      </p:sp>
      <p:sp>
        <p:nvSpPr>
          <p:cNvPr id="44" name=""/>
          <p:cNvSpPr/>
          <p:nvPr/>
        </p:nvSpPr>
        <p:spPr>
          <a:xfrm>
            <a:off x="9819720" y="474480"/>
            <a:ext cx="3600" cy="489600"/>
          </a:xfrm>
          <a:custGeom>
            <a:avLst/>
            <a:gdLst/>
            <a:ahLst/>
            <a:rect l="l" t="t" r="r" b="b"/>
            <a:pathLst>
              <a:path w="21600" h="1410171">
                <a:moveTo>
                  <a:pt x="10800" y="0"/>
                </a:moveTo>
                <a:arcTo wR="10800" hR="10800" stAng="16200000" swAng="-5400000"/>
                <a:lnTo>
                  <a:pt x="0" y="1399371"/>
                </a:lnTo>
                <a:arcTo wR="10800" hR="1377771" stAng="10800000" swAng="5400000"/>
                <a:lnTo>
                  <a:pt x="10800" y="21600"/>
                </a:lnTo>
                <a:arcTo wR="10800" hR="1377771" stAng="16200000" swAng="5400000"/>
                <a:lnTo>
                  <a:pt x="21600" y="10800"/>
                </a:lnTo>
                <a:arcTo wR="10800" hR="10800" stAng="0" swAng="-5400000"/>
                <a:close/>
              </a:path>
            </a:pathLst>
          </a:custGeom>
          <a:solidFill>
            <a:srgbClr val="cccccc"/>
          </a:solidFill>
          <a:ln w="10800">
            <a:noFill/>
          </a:ln>
        </p:spPr>
        <p:style>
          <a:lnRef idx="0"/>
          <a:fillRef idx="0"/>
          <a:effectRef idx="0"/>
          <a:fontRef idx="minor"/>
        </p:style>
      </p:sp>
      <p:sp>
        <p:nvSpPr>
          <p:cNvPr id="45" name=""/>
          <p:cNvSpPr/>
          <p:nvPr/>
        </p:nvSpPr>
        <p:spPr>
          <a:xfrm>
            <a:off x="1900800" y="5204880"/>
            <a:ext cx="7461720" cy="3600"/>
          </a:xfrm>
          <a:custGeom>
            <a:avLst/>
            <a:gdLst/>
            <a:ahLst/>
            <a:rect l="l" t="t" r="r" b="b"/>
            <a:pathLst>
              <a:path w="21330514" h="21600">
                <a:moveTo>
                  <a:pt x="10800" y="0"/>
                </a:moveTo>
                <a:arcTo wR="10800" hR="10800" stAng="16200000" swAng="-5400000"/>
                <a:lnTo>
                  <a:pt x="0" y="10800"/>
                </a:lnTo>
                <a:arcTo wR="10800" hR="10800" stAng="10800000" swAng="-5400000"/>
                <a:lnTo>
                  <a:pt x="21319714" y="21600"/>
                </a:lnTo>
                <a:arcTo wR="21298114" hR="10800" stAng="5400000" swAng="5400000"/>
                <a:lnTo>
                  <a:pt x="21600" y="10800"/>
                </a:lnTo>
                <a:arcTo wR="21298114" hR="10800" stAng="10800000" swAng="5400000"/>
                <a:close/>
              </a:path>
            </a:pathLst>
          </a:custGeom>
          <a:gradFill rotWithShape="0">
            <a:gsLst>
              <a:gs pos="0">
                <a:srgbClr val="333333"/>
              </a:gs>
              <a:gs pos="100000">
                <a:srgbClr val="cccccc"/>
              </a:gs>
            </a:gsLst>
            <a:lin ang="0"/>
          </a:gradFill>
          <a:ln w="0">
            <a:noFill/>
          </a:ln>
        </p:spPr>
        <p:style>
          <a:lnRef idx="0"/>
          <a:fillRef idx="0"/>
          <a:effectRef idx="0"/>
          <a:fontRef idx="minor"/>
        </p:style>
      </p:sp>
      <p:sp>
        <p:nvSpPr>
          <p:cNvPr id="46" name=""/>
          <p:cNvSpPr/>
          <p:nvPr/>
        </p:nvSpPr>
        <p:spPr>
          <a:xfrm>
            <a:off x="9259920" y="4917240"/>
            <a:ext cx="3600" cy="345960"/>
          </a:xfrm>
          <a:custGeom>
            <a:avLst/>
            <a:gdLst/>
            <a:ahLst/>
            <a:rect l="l" t="t" r="r" b="b"/>
            <a:pathLst>
              <a:path w="21600" h="999771">
                <a:moveTo>
                  <a:pt x="10800" y="0"/>
                </a:moveTo>
                <a:arcTo wR="10800" hR="10800" stAng="16200000" swAng="-5400000"/>
                <a:lnTo>
                  <a:pt x="0" y="988971"/>
                </a:lnTo>
                <a:arcTo wR="10800" hR="967371" stAng="10800000" swAng="5400000"/>
                <a:lnTo>
                  <a:pt x="10800" y="21600"/>
                </a:lnTo>
                <a:arcTo wR="10800" hR="967371" stAng="16200000" swAng="5400000"/>
                <a:lnTo>
                  <a:pt x="21600" y="10800"/>
                </a:lnTo>
                <a:arcTo wR="10800" hR="10800" stAng="0" swAng="-5400000"/>
                <a:close/>
              </a:path>
            </a:pathLst>
          </a:custGeom>
          <a:solidFill>
            <a:srgbClr val="cccccc"/>
          </a:solidFill>
          <a:ln w="10800">
            <a:noFill/>
          </a:ln>
        </p:spPr>
        <p:style>
          <a:lnRef idx="0"/>
          <a:fillRef idx="0"/>
          <a:effectRef idx="0"/>
          <a:fontRef idx="minor"/>
        </p:style>
      </p:sp>
      <p:sp>
        <p:nvSpPr>
          <p:cNvPr id="47" name="PlaceHolder 1"/>
          <p:cNvSpPr>
            <a:spLocks noGrp="1"/>
          </p:cNvSpPr>
          <p:nvPr>
            <p:ph type="ftr" idx="1"/>
          </p:nvPr>
        </p:nvSpPr>
        <p:spPr>
          <a:xfrm>
            <a:off x="2520000" y="5256000"/>
            <a:ext cx="4676400" cy="406800"/>
          </a:xfrm>
          <a:prstGeom prst="rect">
            <a:avLst/>
          </a:prstGeom>
          <a:noFill/>
          <a:ln w="0">
            <a:noFill/>
          </a:ln>
        </p:spPr>
        <p:txBody>
          <a:bodyPr lIns="0" rIns="0" tIns="0" bIns="0" anchor="t">
            <a:noAutofit/>
          </a:bodyPr>
          <a:lstStyle>
            <a:lvl1pPr algn="ctr">
              <a:lnSpc>
                <a:spcPct val="100000"/>
              </a:lnSpc>
              <a:buNone/>
              <a:defRPr b="0" lang="en-US" sz="1400" spc="-1" strike="noStrike">
                <a:latin typeface="Arial"/>
              </a:defRPr>
            </a:lvl1pPr>
          </a:lstStyle>
          <a:p>
            <a:pPr algn="ctr">
              <a:lnSpc>
                <a:spcPct val="100000"/>
              </a:lnSpc>
              <a:buNone/>
            </a:pPr>
            <a:r>
              <a:rPr b="0" lang="en-US" sz="1400" spc="-1" strike="noStrike">
                <a:latin typeface="Arial"/>
              </a:rPr>
              <a:t>&lt;footer&gt;</a:t>
            </a:r>
            <a:endParaRPr b="0" lang="en-US" sz="1400" spc="-1" strike="noStrike">
              <a:latin typeface="Times New Roman"/>
            </a:endParaRPr>
          </a:p>
        </p:txBody>
      </p:sp>
      <p:sp>
        <p:nvSpPr>
          <p:cNvPr id="48" name="PlaceHolder 2"/>
          <p:cNvSpPr>
            <a:spLocks noGrp="1"/>
          </p:cNvSpPr>
          <p:nvPr>
            <p:ph type="sldNum" idx="2"/>
          </p:nvPr>
        </p:nvSpPr>
        <p:spPr>
          <a:xfrm>
            <a:off x="7560000" y="5256000"/>
            <a:ext cx="1616400" cy="406800"/>
          </a:xfrm>
          <a:prstGeom prst="rect">
            <a:avLst/>
          </a:prstGeom>
          <a:noFill/>
          <a:ln w="0">
            <a:noFill/>
          </a:ln>
        </p:spPr>
        <p:txBody>
          <a:bodyPr lIns="0" rIns="0" tIns="0" bIns="0" anchor="t">
            <a:noAutofit/>
          </a:bodyPr>
          <a:lstStyle>
            <a:lvl1pPr algn="r">
              <a:lnSpc>
                <a:spcPct val="100000"/>
              </a:lnSpc>
              <a:buNone/>
              <a:defRPr b="0" lang="en-US" sz="1400" spc="-1" strike="noStrike">
                <a:latin typeface="Arial"/>
              </a:defRPr>
            </a:lvl1pPr>
          </a:lstStyle>
          <a:p>
            <a:pPr algn="r">
              <a:lnSpc>
                <a:spcPct val="100000"/>
              </a:lnSpc>
              <a:buNone/>
            </a:pPr>
            <a:fld id="{EB3456EC-5E53-41A3-8340-7DB4F3FA4A7F}" type="slidenum">
              <a:rPr b="0" lang="en-US" sz="1400" spc="-1" strike="noStrike">
                <a:latin typeface="Arial"/>
              </a:rPr>
              <a:t>&lt;number&gt;</a:t>
            </a:fld>
            <a:endParaRPr b="0" lang="en-US" sz="1400" spc="-1" strike="noStrike">
              <a:latin typeface="Times New Roman"/>
            </a:endParaRPr>
          </a:p>
        </p:txBody>
      </p:sp>
      <p:sp>
        <p:nvSpPr>
          <p:cNvPr id="49" name="PlaceHolder 3"/>
          <p:cNvSpPr>
            <a:spLocks noGrp="1"/>
          </p:cNvSpPr>
          <p:nvPr>
            <p:ph type="dt" idx="3"/>
          </p:nvPr>
        </p:nvSpPr>
        <p:spPr>
          <a:xfrm>
            <a:off x="504000" y="5256000"/>
            <a:ext cx="1652400" cy="406800"/>
          </a:xfrm>
          <a:prstGeom prst="rect">
            <a:avLst/>
          </a:prstGeom>
          <a:noFill/>
          <a:ln w="0">
            <a:noFill/>
          </a:ln>
        </p:spPr>
        <p:txBody>
          <a:bodyPr lIns="0" rIns="0" tIns="0" bIns="0" anchor="t">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50" name="PlaceHolder 4"/>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r>
              <a:rPr b="0" lang="en-US" sz="4400" spc="-1" strike="noStrike">
                <a:latin typeface="Arial"/>
              </a:rPr>
              <a:t>Click to edit the title </a:t>
            </a:r>
            <a:r>
              <a:rPr b="0" lang="en-US" sz="4400" spc="-1" strike="noStrike">
                <a:latin typeface="Arial"/>
              </a:rPr>
              <a:t>text format</a:t>
            </a:r>
            <a:endParaRPr b="0" lang="en-US" sz="4400" spc="-1" strike="noStrike">
              <a:latin typeface="Arial"/>
            </a:endParaRPr>
          </a:p>
        </p:txBody>
      </p:sp>
      <p:sp>
        <p:nvSpPr>
          <p:cNvPr id="51"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ffffff"/>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ffffff"/>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ffffff"/>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ffffff"/>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ffffff"/>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ffffff"/>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88" name=""/>
          <p:cNvSpPr/>
          <p:nvPr/>
        </p:nvSpPr>
        <p:spPr>
          <a:xfrm>
            <a:off x="20880" y="607320"/>
            <a:ext cx="6116400" cy="14400"/>
          </a:xfrm>
          <a:custGeom>
            <a:avLst/>
            <a:gdLst/>
            <a:ahLst/>
            <a:rect l="l" t="t" r="r" b="b"/>
            <a:pathLst>
              <a:path w="7200424" h="21600">
                <a:moveTo>
                  <a:pt x="10800" y="0"/>
                </a:moveTo>
                <a:arcTo wR="10800" hR="10800" stAng="16200000" swAng="-5400000"/>
                <a:lnTo>
                  <a:pt x="0" y="10800"/>
                </a:lnTo>
                <a:arcTo wR="10800" hR="10800" stAng="10800000" swAng="-5400000"/>
                <a:lnTo>
                  <a:pt x="7189624" y="21600"/>
                </a:lnTo>
                <a:arcTo wR="7168024" hR="10800" stAng="5400000" swAng="5400000"/>
                <a:lnTo>
                  <a:pt x="21600" y="10800"/>
                </a:lnTo>
                <a:arcTo wR="7168024" hR="10800" stAng="10800000" swAng="5400000"/>
                <a:close/>
              </a:path>
            </a:pathLst>
          </a:custGeom>
          <a:gradFill rotWithShape="0">
            <a:gsLst>
              <a:gs pos="0">
                <a:srgbClr val="cccccc"/>
              </a:gs>
              <a:gs pos="100000">
                <a:srgbClr val="333333"/>
              </a:gs>
            </a:gsLst>
            <a:lin ang="0"/>
          </a:gradFill>
          <a:ln w="10800">
            <a:noFill/>
          </a:ln>
        </p:spPr>
        <p:style>
          <a:lnRef idx="0"/>
          <a:fillRef idx="0"/>
          <a:effectRef idx="0"/>
          <a:fontRef idx="minor"/>
        </p:style>
      </p:sp>
      <p:sp>
        <p:nvSpPr>
          <p:cNvPr id="89" name=""/>
          <p:cNvSpPr/>
          <p:nvPr/>
        </p:nvSpPr>
        <p:spPr>
          <a:xfrm>
            <a:off x="4430520" y="840960"/>
            <a:ext cx="5670360" cy="3600"/>
          </a:xfrm>
          <a:custGeom>
            <a:avLst/>
            <a:gdLst/>
            <a:ahLst/>
            <a:rect l="l" t="t" r="r" b="b"/>
            <a:pathLst>
              <a:path w="16212343" h="21600">
                <a:moveTo>
                  <a:pt x="10800" y="0"/>
                </a:moveTo>
                <a:arcTo wR="10800" hR="10800" stAng="16200000" swAng="-5400000"/>
                <a:lnTo>
                  <a:pt x="0" y="10800"/>
                </a:lnTo>
                <a:arcTo wR="10800" hR="10800" stAng="10800000" swAng="-5400000"/>
                <a:lnTo>
                  <a:pt x="16201543" y="21600"/>
                </a:lnTo>
                <a:arcTo wR="16179943" hR="10800" stAng="5400000" swAng="5400000"/>
                <a:lnTo>
                  <a:pt x="21600" y="10800"/>
                </a:lnTo>
                <a:arcTo wR="16179943" hR="10800" stAng="10800000" swAng="5400000"/>
                <a:close/>
              </a:path>
            </a:pathLst>
          </a:custGeom>
          <a:gradFill rotWithShape="0">
            <a:gsLst>
              <a:gs pos="0">
                <a:srgbClr val="333333"/>
              </a:gs>
              <a:gs pos="100000">
                <a:srgbClr val="cccccc"/>
              </a:gs>
            </a:gsLst>
            <a:lin ang="0"/>
          </a:gradFill>
          <a:ln w="0">
            <a:noFill/>
          </a:ln>
        </p:spPr>
        <p:style>
          <a:lnRef idx="0"/>
          <a:fillRef idx="0"/>
          <a:effectRef idx="0"/>
          <a:fontRef idx="minor"/>
        </p:style>
      </p:sp>
      <p:sp>
        <p:nvSpPr>
          <p:cNvPr id="90" name=""/>
          <p:cNvSpPr/>
          <p:nvPr/>
        </p:nvSpPr>
        <p:spPr>
          <a:xfrm>
            <a:off x="9819720" y="474480"/>
            <a:ext cx="3600" cy="489600"/>
          </a:xfrm>
          <a:custGeom>
            <a:avLst/>
            <a:gdLst/>
            <a:ahLst/>
            <a:rect l="l" t="t" r="r" b="b"/>
            <a:pathLst>
              <a:path w="21600" h="1410171">
                <a:moveTo>
                  <a:pt x="10800" y="0"/>
                </a:moveTo>
                <a:arcTo wR="10800" hR="10800" stAng="16200000" swAng="-5400000"/>
                <a:lnTo>
                  <a:pt x="0" y="1399371"/>
                </a:lnTo>
                <a:arcTo wR="10800" hR="1377771" stAng="10800000" swAng="5400000"/>
                <a:lnTo>
                  <a:pt x="10800" y="21600"/>
                </a:lnTo>
                <a:arcTo wR="10800" hR="1377771" stAng="16200000" swAng="5400000"/>
                <a:lnTo>
                  <a:pt x="21600" y="10800"/>
                </a:lnTo>
                <a:arcTo wR="10800" hR="10800" stAng="0" swAng="-5400000"/>
                <a:close/>
              </a:path>
            </a:pathLst>
          </a:custGeom>
          <a:solidFill>
            <a:srgbClr val="cccccc"/>
          </a:solidFill>
          <a:ln w="10800">
            <a:noFill/>
          </a:ln>
        </p:spPr>
        <p:style>
          <a:lnRef idx="0"/>
          <a:fillRef idx="0"/>
          <a:effectRef idx="0"/>
          <a:fontRef idx="minor"/>
        </p:style>
      </p:sp>
      <p:sp>
        <p:nvSpPr>
          <p:cNvPr id="91" name=""/>
          <p:cNvSpPr/>
          <p:nvPr/>
        </p:nvSpPr>
        <p:spPr>
          <a:xfrm>
            <a:off x="1900800" y="5204880"/>
            <a:ext cx="7461720" cy="3600"/>
          </a:xfrm>
          <a:custGeom>
            <a:avLst/>
            <a:gdLst/>
            <a:ahLst/>
            <a:rect l="l" t="t" r="r" b="b"/>
            <a:pathLst>
              <a:path w="21330514" h="21600">
                <a:moveTo>
                  <a:pt x="10800" y="0"/>
                </a:moveTo>
                <a:arcTo wR="10800" hR="10800" stAng="16200000" swAng="-5400000"/>
                <a:lnTo>
                  <a:pt x="0" y="10800"/>
                </a:lnTo>
                <a:arcTo wR="10800" hR="10800" stAng="10800000" swAng="-5400000"/>
                <a:lnTo>
                  <a:pt x="21319714" y="21600"/>
                </a:lnTo>
                <a:arcTo wR="21298114" hR="10800" stAng="5400000" swAng="5400000"/>
                <a:lnTo>
                  <a:pt x="21600" y="10800"/>
                </a:lnTo>
                <a:arcTo wR="21298114" hR="10800" stAng="10800000" swAng="5400000"/>
                <a:close/>
              </a:path>
            </a:pathLst>
          </a:custGeom>
          <a:gradFill rotWithShape="0">
            <a:gsLst>
              <a:gs pos="0">
                <a:srgbClr val="333333"/>
              </a:gs>
              <a:gs pos="100000">
                <a:srgbClr val="cccccc"/>
              </a:gs>
            </a:gsLst>
            <a:lin ang="0"/>
          </a:gradFill>
          <a:ln w="0">
            <a:noFill/>
          </a:ln>
        </p:spPr>
        <p:style>
          <a:lnRef idx="0"/>
          <a:fillRef idx="0"/>
          <a:effectRef idx="0"/>
          <a:fontRef idx="minor"/>
        </p:style>
      </p:sp>
      <p:sp>
        <p:nvSpPr>
          <p:cNvPr id="92" name=""/>
          <p:cNvSpPr/>
          <p:nvPr/>
        </p:nvSpPr>
        <p:spPr>
          <a:xfrm>
            <a:off x="9259920" y="4917240"/>
            <a:ext cx="3600" cy="345960"/>
          </a:xfrm>
          <a:custGeom>
            <a:avLst/>
            <a:gdLst/>
            <a:ahLst/>
            <a:rect l="l" t="t" r="r" b="b"/>
            <a:pathLst>
              <a:path w="21600" h="999771">
                <a:moveTo>
                  <a:pt x="10800" y="0"/>
                </a:moveTo>
                <a:arcTo wR="10800" hR="10800" stAng="16200000" swAng="-5400000"/>
                <a:lnTo>
                  <a:pt x="0" y="988971"/>
                </a:lnTo>
                <a:arcTo wR="10800" hR="967371" stAng="10800000" swAng="5400000"/>
                <a:lnTo>
                  <a:pt x="10800" y="21600"/>
                </a:lnTo>
                <a:arcTo wR="10800" hR="967371" stAng="16200000" swAng="5400000"/>
                <a:lnTo>
                  <a:pt x="21600" y="10800"/>
                </a:lnTo>
                <a:arcTo wR="10800" hR="10800" stAng="0" swAng="-5400000"/>
                <a:close/>
              </a:path>
            </a:pathLst>
          </a:custGeom>
          <a:solidFill>
            <a:srgbClr val="cccccc"/>
          </a:solidFill>
          <a:ln w="10800">
            <a:noFill/>
          </a:ln>
        </p:spPr>
        <p:style>
          <a:lnRef idx="0"/>
          <a:fillRef idx="0"/>
          <a:effectRef idx="0"/>
          <a:fontRef idx="minor"/>
        </p:style>
      </p:sp>
      <p:sp>
        <p:nvSpPr>
          <p:cNvPr id="93" name="PlaceHolder 1"/>
          <p:cNvSpPr>
            <a:spLocks noGrp="1"/>
          </p:cNvSpPr>
          <p:nvPr>
            <p:ph type="ftr" idx="4"/>
          </p:nvPr>
        </p:nvSpPr>
        <p:spPr>
          <a:xfrm>
            <a:off x="2520000" y="5256000"/>
            <a:ext cx="4676400" cy="406800"/>
          </a:xfrm>
          <a:prstGeom prst="rect">
            <a:avLst/>
          </a:prstGeom>
          <a:noFill/>
          <a:ln w="0">
            <a:noFill/>
          </a:ln>
        </p:spPr>
        <p:txBody>
          <a:bodyPr lIns="0" rIns="0" tIns="0" bIns="0" anchor="t">
            <a:noAutofit/>
          </a:bodyPr>
          <a:lstStyle>
            <a:lvl1pPr algn="ctr">
              <a:lnSpc>
                <a:spcPct val="100000"/>
              </a:lnSpc>
              <a:buNone/>
              <a:defRPr b="0" lang="en-US" sz="1400" spc="-1" strike="noStrike">
                <a:latin typeface="Arial"/>
              </a:defRPr>
            </a:lvl1pPr>
          </a:lstStyle>
          <a:p>
            <a:pPr algn="ctr">
              <a:lnSpc>
                <a:spcPct val="100000"/>
              </a:lnSpc>
              <a:buNone/>
            </a:pPr>
            <a:r>
              <a:rPr b="0" lang="en-US" sz="1400" spc="-1" strike="noStrike">
                <a:latin typeface="Arial"/>
              </a:rPr>
              <a:t>&lt;footer&gt;</a:t>
            </a:r>
            <a:endParaRPr b="0" lang="en-US" sz="1400" spc="-1" strike="noStrike">
              <a:latin typeface="Times New Roman"/>
            </a:endParaRPr>
          </a:p>
        </p:txBody>
      </p:sp>
      <p:sp>
        <p:nvSpPr>
          <p:cNvPr id="94" name="PlaceHolder 2"/>
          <p:cNvSpPr>
            <a:spLocks noGrp="1"/>
          </p:cNvSpPr>
          <p:nvPr>
            <p:ph type="sldNum" idx="5"/>
          </p:nvPr>
        </p:nvSpPr>
        <p:spPr>
          <a:xfrm>
            <a:off x="7560000" y="5256000"/>
            <a:ext cx="1616400" cy="406800"/>
          </a:xfrm>
          <a:prstGeom prst="rect">
            <a:avLst/>
          </a:prstGeom>
          <a:noFill/>
          <a:ln w="0">
            <a:noFill/>
          </a:ln>
        </p:spPr>
        <p:txBody>
          <a:bodyPr lIns="0" rIns="0" tIns="0" bIns="0" anchor="t">
            <a:noAutofit/>
          </a:bodyPr>
          <a:lstStyle>
            <a:lvl1pPr algn="r">
              <a:lnSpc>
                <a:spcPct val="100000"/>
              </a:lnSpc>
              <a:buNone/>
              <a:defRPr b="0" lang="en-US" sz="1400" spc="-1" strike="noStrike">
                <a:latin typeface="Arial"/>
              </a:defRPr>
            </a:lvl1pPr>
          </a:lstStyle>
          <a:p>
            <a:pPr algn="r">
              <a:lnSpc>
                <a:spcPct val="100000"/>
              </a:lnSpc>
              <a:buNone/>
            </a:pPr>
            <a:fld id="{2BD436EE-C0B5-426F-AD85-46817199D735}" type="slidenum">
              <a:rPr b="0" lang="en-US" sz="1400" spc="-1" strike="noStrike">
                <a:latin typeface="Arial"/>
              </a:rPr>
              <a:t>&lt;number&gt;</a:t>
            </a:fld>
            <a:endParaRPr b="0" lang="en-US" sz="1400" spc="-1" strike="noStrike">
              <a:latin typeface="Times New Roman"/>
            </a:endParaRPr>
          </a:p>
        </p:txBody>
      </p:sp>
      <p:sp>
        <p:nvSpPr>
          <p:cNvPr id="95" name="PlaceHolder 3"/>
          <p:cNvSpPr>
            <a:spLocks noGrp="1"/>
          </p:cNvSpPr>
          <p:nvPr>
            <p:ph type="dt" idx="6"/>
          </p:nvPr>
        </p:nvSpPr>
        <p:spPr>
          <a:xfrm>
            <a:off x="504000" y="5256000"/>
            <a:ext cx="1652400" cy="406800"/>
          </a:xfrm>
          <a:prstGeom prst="rect">
            <a:avLst/>
          </a:prstGeom>
          <a:noFill/>
          <a:ln w="0">
            <a:noFill/>
          </a:ln>
        </p:spPr>
        <p:txBody>
          <a:bodyPr lIns="0" rIns="0" tIns="0" bIns="0" anchor="t">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96" name="PlaceHolder 4"/>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97"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ffffff"/>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ffffff"/>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ffffff"/>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ffffff"/>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ffffff"/>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ffffff"/>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34" name=""/>
          <p:cNvSpPr/>
          <p:nvPr/>
        </p:nvSpPr>
        <p:spPr>
          <a:xfrm>
            <a:off x="20880" y="607320"/>
            <a:ext cx="6116400" cy="14400"/>
          </a:xfrm>
          <a:custGeom>
            <a:avLst/>
            <a:gdLst/>
            <a:ahLst/>
            <a:rect l="l" t="t" r="r" b="b"/>
            <a:pathLst>
              <a:path w="7200424" h="21600">
                <a:moveTo>
                  <a:pt x="10800" y="0"/>
                </a:moveTo>
                <a:arcTo wR="10800" hR="10800" stAng="16200000" swAng="-5400000"/>
                <a:lnTo>
                  <a:pt x="0" y="10800"/>
                </a:lnTo>
                <a:arcTo wR="10800" hR="10800" stAng="10800000" swAng="-5400000"/>
                <a:lnTo>
                  <a:pt x="7189624" y="21600"/>
                </a:lnTo>
                <a:arcTo wR="7168024" hR="10800" stAng="5400000" swAng="5400000"/>
                <a:lnTo>
                  <a:pt x="21600" y="10800"/>
                </a:lnTo>
                <a:arcTo wR="7168024" hR="10800" stAng="10800000" swAng="5400000"/>
                <a:close/>
              </a:path>
            </a:pathLst>
          </a:custGeom>
          <a:gradFill rotWithShape="0">
            <a:gsLst>
              <a:gs pos="0">
                <a:srgbClr val="cccccc"/>
              </a:gs>
              <a:gs pos="100000">
                <a:srgbClr val="333333"/>
              </a:gs>
            </a:gsLst>
            <a:lin ang="0"/>
          </a:gradFill>
          <a:ln w="10800">
            <a:noFill/>
          </a:ln>
        </p:spPr>
        <p:style>
          <a:lnRef idx="0"/>
          <a:fillRef idx="0"/>
          <a:effectRef idx="0"/>
          <a:fontRef idx="minor"/>
        </p:style>
      </p:sp>
      <p:sp>
        <p:nvSpPr>
          <p:cNvPr id="135" name=""/>
          <p:cNvSpPr/>
          <p:nvPr/>
        </p:nvSpPr>
        <p:spPr>
          <a:xfrm>
            <a:off x="4430520" y="840960"/>
            <a:ext cx="5670360" cy="3600"/>
          </a:xfrm>
          <a:custGeom>
            <a:avLst/>
            <a:gdLst/>
            <a:ahLst/>
            <a:rect l="l" t="t" r="r" b="b"/>
            <a:pathLst>
              <a:path w="16212343" h="21600">
                <a:moveTo>
                  <a:pt x="10800" y="0"/>
                </a:moveTo>
                <a:arcTo wR="10800" hR="10800" stAng="16200000" swAng="-5400000"/>
                <a:lnTo>
                  <a:pt x="0" y="10800"/>
                </a:lnTo>
                <a:arcTo wR="10800" hR="10800" stAng="10800000" swAng="-5400000"/>
                <a:lnTo>
                  <a:pt x="16201543" y="21600"/>
                </a:lnTo>
                <a:arcTo wR="16179943" hR="10800" stAng="5400000" swAng="5400000"/>
                <a:lnTo>
                  <a:pt x="21600" y="10800"/>
                </a:lnTo>
                <a:arcTo wR="16179943" hR="10800" stAng="10800000" swAng="5400000"/>
                <a:close/>
              </a:path>
            </a:pathLst>
          </a:custGeom>
          <a:gradFill rotWithShape="0">
            <a:gsLst>
              <a:gs pos="0">
                <a:srgbClr val="333333"/>
              </a:gs>
              <a:gs pos="100000">
                <a:srgbClr val="cccccc"/>
              </a:gs>
            </a:gsLst>
            <a:lin ang="0"/>
          </a:gradFill>
          <a:ln w="0">
            <a:noFill/>
          </a:ln>
        </p:spPr>
        <p:style>
          <a:lnRef idx="0"/>
          <a:fillRef idx="0"/>
          <a:effectRef idx="0"/>
          <a:fontRef idx="minor"/>
        </p:style>
      </p:sp>
      <p:sp>
        <p:nvSpPr>
          <p:cNvPr id="136" name=""/>
          <p:cNvSpPr/>
          <p:nvPr/>
        </p:nvSpPr>
        <p:spPr>
          <a:xfrm>
            <a:off x="9819720" y="474480"/>
            <a:ext cx="3600" cy="489600"/>
          </a:xfrm>
          <a:custGeom>
            <a:avLst/>
            <a:gdLst/>
            <a:ahLst/>
            <a:rect l="l" t="t" r="r" b="b"/>
            <a:pathLst>
              <a:path w="21600" h="1410171">
                <a:moveTo>
                  <a:pt x="10800" y="0"/>
                </a:moveTo>
                <a:arcTo wR="10800" hR="10800" stAng="16200000" swAng="-5400000"/>
                <a:lnTo>
                  <a:pt x="0" y="1399371"/>
                </a:lnTo>
                <a:arcTo wR="10800" hR="1377771" stAng="10800000" swAng="5400000"/>
                <a:lnTo>
                  <a:pt x="10800" y="21600"/>
                </a:lnTo>
                <a:arcTo wR="10800" hR="1377771" stAng="16200000" swAng="5400000"/>
                <a:lnTo>
                  <a:pt x="21600" y="10800"/>
                </a:lnTo>
                <a:arcTo wR="10800" hR="10800" stAng="0" swAng="-5400000"/>
                <a:close/>
              </a:path>
            </a:pathLst>
          </a:custGeom>
          <a:solidFill>
            <a:srgbClr val="cccccc"/>
          </a:solidFill>
          <a:ln w="10800">
            <a:noFill/>
          </a:ln>
        </p:spPr>
        <p:style>
          <a:lnRef idx="0"/>
          <a:fillRef idx="0"/>
          <a:effectRef idx="0"/>
          <a:fontRef idx="minor"/>
        </p:style>
      </p:sp>
      <p:sp>
        <p:nvSpPr>
          <p:cNvPr id="137" name=""/>
          <p:cNvSpPr/>
          <p:nvPr/>
        </p:nvSpPr>
        <p:spPr>
          <a:xfrm>
            <a:off x="1900800" y="5204880"/>
            <a:ext cx="7461720" cy="3600"/>
          </a:xfrm>
          <a:custGeom>
            <a:avLst/>
            <a:gdLst/>
            <a:ahLst/>
            <a:rect l="l" t="t" r="r" b="b"/>
            <a:pathLst>
              <a:path w="21330514" h="21600">
                <a:moveTo>
                  <a:pt x="10800" y="0"/>
                </a:moveTo>
                <a:arcTo wR="10800" hR="10800" stAng="16200000" swAng="-5400000"/>
                <a:lnTo>
                  <a:pt x="0" y="10800"/>
                </a:lnTo>
                <a:arcTo wR="10800" hR="10800" stAng="10800000" swAng="-5400000"/>
                <a:lnTo>
                  <a:pt x="21319714" y="21600"/>
                </a:lnTo>
                <a:arcTo wR="21298114" hR="10800" stAng="5400000" swAng="5400000"/>
                <a:lnTo>
                  <a:pt x="21600" y="10800"/>
                </a:lnTo>
                <a:arcTo wR="21298114" hR="10800" stAng="10800000" swAng="5400000"/>
                <a:close/>
              </a:path>
            </a:pathLst>
          </a:custGeom>
          <a:gradFill rotWithShape="0">
            <a:gsLst>
              <a:gs pos="0">
                <a:srgbClr val="333333"/>
              </a:gs>
              <a:gs pos="100000">
                <a:srgbClr val="cccccc"/>
              </a:gs>
            </a:gsLst>
            <a:lin ang="0"/>
          </a:gradFill>
          <a:ln w="0">
            <a:noFill/>
          </a:ln>
        </p:spPr>
        <p:style>
          <a:lnRef idx="0"/>
          <a:fillRef idx="0"/>
          <a:effectRef idx="0"/>
          <a:fontRef idx="minor"/>
        </p:style>
      </p:sp>
      <p:sp>
        <p:nvSpPr>
          <p:cNvPr id="138" name=""/>
          <p:cNvSpPr/>
          <p:nvPr/>
        </p:nvSpPr>
        <p:spPr>
          <a:xfrm>
            <a:off x="9259920" y="4917240"/>
            <a:ext cx="3600" cy="345960"/>
          </a:xfrm>
          <a:custGeom>
            <a:avLst/>
            <a:gdLst/>
            <a:ahLst/>
            <a:rect l="l" t="t" r="r" b="b"/>
            <a:pathLst>
              <a:path w="21600" h="999771">
                <a:moveTo>
                  <a:pt x="10800" y="0"/>
                </a:moveTo>
                <a:arcTo wR="10800" hR="10800" stAng="16200000" swAng="-5400000"/>
                <a:lnTo>
                  <a:pt x="0" y="988971"/>
                </a:lnTo>
                <a:arcTo wR="10800" hR="967371" stAng="10800000" swAng="5400000"/>
                <a:lnTo>
                  <a:pt x="10800" y="21600"/>
                </a:lnTo>
                <a:arcTo wR="10800" hR="967371" stAng="16200000" swAng="5400000"/>
                <a:lnTo>
                  <a:pt x="21600" y="10800"/>
                </a:lnTo>
                <a:arcTo wR="10800" hR="10800" stAng="0" swAng="-5400000"/>
                <a:close/>
              </a:path>
            </a:pathLst>
          </a:custGeom>
          <a:solidFill>
            <a:srgbClr val="cccccc"/>
          </a:solidFill>
          <a:ln w="10800">
            <a:noFill/>
          </a:ln>
        </p:spPr>
        <p:style>
          <a:lnRef idx="0"/>
          <a:fillRef idx="0"/>
          <a:effectRef idx="0"/>
          <a:fontRef idx="minor"/>
        </p:style>
      </p:sp>
      <p:sp>
        <p:nvSpPr>
          <p:cNvPr id="139" name="PlaceHolder 1"/>
          <p:cNvSpPr>
            <a:spLocks noGrp="1"/>
          </p:cNvSpPr>
          <p:nvPr>
            <p:ph type="ftr" idx="7"/>
          </p:nvPr>
        </p:nvSpPr>
        <p:spPr>
          <a:xfrm>
            <a:off x="2520000" y="5256000"/>
            <a:ext cx="4676400" cy="406800"/>
          </a:xfrm>
          <a:prstGeom prst="rect">
            <a:avLst/>
          </a:prstGeom>
          <a:noFill/>
          <a:ln w="0">
            <a:noFill/>
          </a:ln>
        </p:spPr>
        <p:txBody>
          <a:bodyPr lIns="0" rIns="0" tIns="0" bIns="0" anchor="t">
            <a:noAutofit/>
          </a:bodyPr>
          <a:lstStyle>
            <a:lvl1pPr algn="ctr">
              <a:lnSpc>
                <a:spcPct val="100000"/>
              </a:lnSpc>
              <a:buNone/>
              <a:defRPr b="0" lang="en-US" sz="1400" spc="-1" strike="noStrike">
                <a:latin typeface="Arial"/>
              </a:defRPr>
            </a:lvl1pPr>
          </a:lstStyle>
          <a:p>
            <a:pPr algn="ctr">
              <a:lnSpc>
                <a:spcPct val="100000"/>
              </a:lnSpc>
              <a:buNone/>
            </a:pPr>
            <a:r>
              <a:rPr b="0" lang="en-US" sz="1400" spc="-1" strike="noStrike">
                <a:latin typeface="Arial"/>
              </a:rPr>
              <a:t>&lt;footer&gt;</a:t>
            </a:r>
            <a:endParaRPr b="0" lang="en-US" sz="1400" spc="-1" strike="noStrike">
              <a:latin typeface="Times New Roman"/>
            </a:endParaRPr>
          </a:p>
        </p:txBody>
      </p:sp>
      <p:sp>
        <p:nvSpPr>
          <p:cNvPr id="140" name="PlaceHolder 2"/>
          <p:cNvSpPr>
            <a:spLocks noGrp="1"/>
          </p:cNvSpPr>
          <p:nvPr>
            <p:ph type="sldNum" idx="8"/>
          </p:nvPr>
        </p:nvSpPr>
        <p:spPr>
          <a:xfrm>
            <a:off x="7560000" y="5256000"/>
            <a:ext cx="1616400" cy="406800"/>
          </a:xfrm>
          <a:prstGeom prst="rect">
            <a:avLst/>
          </a:prstGeom>
          <a:noFill/>
          <a:ln w="0">
            <a:noFill/>
          </a:ln>
        </p:spPr>
        <p:txBody>
          <a:bodyPr lIns="0" rIns="0" tIns="0" bIns="0" anchor="t">
            <a:noAutofit/>
          </a:bodyPr>
          <a:lstStyle>
            <a:lvl1pPr algn="r">
              <a:lnSpc>
                <a:spcPct val="100000"/>
              </a:lnSpc>
              <a:buNone/>
              <a:defRPr b="0" lang="en-US" sz="1400" spc="-1" strike="noStrike">
                <a:latin typeface="Arial"/>
              </a:defRPr>
            </a:lvl1pPr>
          </a:lstStyle>
          <a:p>
            <a:pPr algn="r">
              <a:lnSpc>
                <a:spcPct val="100000"/>
              </a:lnSpc>
              <a:buNone/>
            </a:pPr>
            <a:fld id="{F9F746BB-DB8E-4EDD-A38E-A0DB07D813B8}" type="slidenum">
              <a:rPr b="0" lang="en-US" sz="1400" spc="-1" strike="noStrike">
                <a:latin typeface="Arial"/>
              </a:rPr>
              <a:t>&lt;number&gt;</a:t>
            </a:fld>
            <a:endParaRPr b="0" lang="en-US" sz="1400" spc="-1" strike="noStrike">
              <a:latin typeface="Times New Roman"/>
            </a:endParaRPr>
          </a:p>
        </p:txBody>
      </p:sp>
      <p:sp>
        <p:nvSpPr>
          <p:cNvPr id="141" name="PlaceHolder 3"/>
          <p:cNvSpPr>
            <a:spLocks noGrp="1"/>
          </p:cNvSpPr>
          <p:nvPr>
            <p:ph type="dt" idx="9"/>
          </p:nvPr>
        </p:nvSpPr>
        <p:spPr>
          <a:xfrm>
            <a:off x="504000" y="5256000"/>
            <a:ext cx="1652400" cy="406800"/>
          </a:xfrm>
          <a:prstGeom prst="rect">
            <a:avLst/>
          </a:prstGeom>
          <a:noFill/>
          <a:ln w="0">
            <a:noFill/>
          </a:ln>
        </p:spPr>
        <p:txBody>
          <a:bodyPr lIns="0" rIns="0" tIns="0" bIns="0" anchor="t">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142" name="PlaceHolder 4"/>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143"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ffffff"/>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ffffff"/>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ffffff"/>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ffffff"/>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ffffff"/>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ffffff"/>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25.xml"/>
</Relationships>
</file>

<file path=ppt/slides/_rels/slide4.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0.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title"/>
          </p:nvPr>
        </p:nvSpPr>
        <p:spPr>
          <a:xfrm>
            <a:off x="228600" y="4093200"/>
            <a:ext cx="10054800" cy="703800"/>
          </a:xfrm>
          <a:prstGeom prst="rect">
            <a:avLst/>
          </a:prstGeom>
          <a:noFill/>
          <a:ln w="0">
            <a:noFill/>
          </a:ln>
        </p:spPr>
        <p:txBody>
          <a:bodyPr lIns="0" rIns="0" tIns="0" bIns="0" anchor="ctr">
            <a:noAutofit/>
          </a:bodyPr>
          <a:p>
            <a:pPr>
              <a:lnSpc>
                <a:spcPct val="100000"/>
              </a:lnSpc>
              <a:buNone/>
            </a:pPr>
            <a:r>
              <a:rPr b="0" lang="en-US" sz="3200" spc="-1" strike="noStrike">
                <a:solidFill>
                  <a:srgbClr val="ffffff"/>
                </a:solidFill>
                <a:latin typeface="Times New Roman"/>
              </a:rPr>
              <a:t>Razvoj terminal editora sa posebnim osobinama</a:t>
            </a:r>
            <a:endParaRPr b="0" lang="en-US" sz="3200" spc="-1" strike="noStrike">
              <a:latin typeface="Arial"/>
            </a:endParaRPr>
          </a:p>
        </p:txBody>
      </p:sp>
      <p:sp>
        <p:nvSpPr>
          <p:cNvPr id="181" name=""/>
          <p:cNvSpPr/>
          <p:nvPr/>
        </p:nvSpPr>
        <p:spPr>
          <a:xfrm>
            <a:off x="4114800" y="4915080"/>
            <a:ext cx="5940000" cy="339840"/>
          </a:xfrm>
          <a:prstGeom prst="rect">
            <a:avLst/>
          </a:prstGeom>
          <a:noFill/>
          <a:ln w="1080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ffffff"/>
                </a:solidFill>
                <a:latin typeface="Times New Roman"/>
                <a:ea typeface="DejaVu Sans"/>
              </a:rPr>
              <a:t>Kandidat: Željko Rašović        Mentor: Dr. Pletl Silvester</a:t>
            </a:r>
            <a:endParaRPr b="0" lang="en-US" sz="1800" spc="-1" strike="noStrike">
              <a:latin typeface="Arial"/>
            </a:endParaRPr>
          </a:p>
        </p:txBody>
      </p:sp>
      <p:sp>
        <p:nvSpPr>
          <p:cNvPr id="182" name=""/>
          <p:cNvSpPr/>
          <p:nvPr/>
        </p:nvSpPr>
        <p:spPr>
          <a:xfrm>
            <a:off x="2515320" y="3062880"/>
            <a:ext cx="5254200" cy="316800"/>
          </a:xfrm>
          <a:prstGeom prst="rect">
            <a:avLst/>
          </a:prstGeom>
          <a:noFill/>
          <a:ln w="1080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ffffff"/>
                </a:solidFill>
                <a:latin typeface="Ubuntu Mono"/>
                <a:ea typeface="DejaVu Sans"/>
              </a:rPr>
              <a:t> </a:t>
            </a:r>
            <a:r>
              <a:rPr b="0" lang="en-US" sz="1800" spc="-1" strike="noStrike">
                <a:solidFill>
                  <a:srgbClr val="ffffff"/>
                </a:solidFill>
                <a:latin typeface="Ubuntu Mono"/>
                <a:ea typeface="DejaVu Sans"/>
              </a:rPr>
              <a:t>rwx-terminalni editor teksta otvorenog koda</a:t>
            </a:r>
            <a:endParaRPr b="0" lang="en-US" sz="1800" spc="-1" strike="noStrike">
              <a:latin typeface="Arial"/>
            </a:endParaRPr>
          </a:p>
        </p:txBody>
      </p:sp>
      <p:sp>
        <p:nvSpPr>
          <p:cNvPr id="183" name=""/>
          <p:cNvSpPr/>
          <p:nvPr/>
        </p:nvSpPr>
        <p:spPr>
          <a:xfrm>
            <a:off x="22320" y="1143000"/>
            <a:ext cx="10055160" cy="191700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000" spc="-1" strike="noStrike">
                <a:solidFill>
                  <a:srgbClr val="ffffff"/>
                </a:solidFill>
                <a:latin typeface="Ubuntu Mono"/>
                <a:ea typeface="DejaVu Sans"/>
              </a:rPr>
              <a:t>                                      </a:t>
            </a:r>
            <a:r>
              <a:rPr b="0" lang="en-US" sz="1000" spc="-1" strike="noStrike">
                <a:solidFill>
                  <a:srgbClr val="ffffff"/>
                </a:solidFill>
                <a:latin typeface="Ubuntu Mono"/>
                <a:ea typeface="DejaVu Sans"/>
              </a:rPr>
              <a:t>rrrrr   rrrrrrrrr  wwwwwww           wwwww           wwwwwww  xxxxxxx      xxxxxxx</a:t>
            </a:r>
            <a:endParaRPr b="0" lang="en-US" sz="1000" spc="-1" strike="noStrike">
              <a:latin typeface="Arial"/>
            </a:endParaRPr>
          </a:p>
          <a:p>
            <a:pPr>
              <a:lnSpc>
                <a:spcPct val="100000"/>
              </a:lnSpc>
              <a:buNone/>
            </a:pPr>
            <a:r>
              <a:rPr b="0" lang="en-US" sz="1000" spc="-1" strike="noStrike">
                <a:solidFill>
                  <a:srgbClr val="ffffff"/>
                </a:solidFill>
                <a:latin typeface="Ubuntu Mono"/>
                <a:ea typeface="DejaVu Sans"/>
              </a:rPr>
              <a:t>                                      </a:t>
            </a:r>
            <a:r>
              <a:rPr b="0" lang="en-US" sz="1000" spc="-1" strike="noStrike">
                <a:solidFill>
                  <a:srgbClr val="ffffff"/>
                </a:solidFill>
                <a:latin typeface="Ubuntu Mono"/>
                <a:ea typeface="DejaVu Sans"/>
              </a:rPr>
              <a:t>r::::rrr:::::::::r  w:::::w         w:::::w         w:::::w    x:::::x    x:::::x</a:t>
            </a:r>
            <a:endParaRPr b="0" lang="en-US" sz="1000" spc="-1" strike="noStrike">
              <a:latin typeface="Arial"/>
            </a:endParaRPr>
          </a:p>
          <a:p>
            <a:pPr>
              <a:lnSpc>
                <a:spcPct val="100000"/>
              </a:lnSpc>
              <a:buNone/>
            </a:pPr>
            <a:r>
              <a:rPr b="0" lang="en-US" sz="1000" spc="-1" strike="noStrike">
                <a:solidFill>
                  <a:srgbClr val="ffffff"/>
                </a:solidFill>
                <a:latin typeface="Ubuntu Mono"/>
                <a:ea typeface="DejaVu Sans"/>
              </a:rPr>
              <a:t>                                      </a:t>
            </a:r>
            <a:r>
              <a:rPr b="0" lang="en-US" sz="1000" spc="-1" strike="noStrike">
                <a:solidFill>
                  <a:srgbClr val="ffffff"/>
                </a:solidFill>
                <a:latin typeface="Ubuntu Mono"/>
                <a:ea typeface="DejaVu Sans"/>
              </a:rPr>
              <a:t>r:::::::::::::::::r  w:::::w       w:::::::w       w:::::w      x:::::x  x:::::x</a:t>
            </a:r>
            <a:endParaRPr b="0" lang="en-US" sz="1000" spc="-1" strike="noStrike">
              <a:latin typeface="Arial"/>
            </a:endParaRPr>
          </a:p>
          <a:p>
            <a:pPr>
              <a:lnSpc>
                <a:spcPct val="100000"/>
              </a:lnSpc>
              <a:buNone/>
            </a:pPr>
            <a:r>
              <a:rPr b="0" lang="en-US" sz="1000" spc="-1" strike="noStrike">
                <a:solidFill>
                  <a:srgbClr val="ffffff"/>
                </a:solidFill>
                <a:latin typeface="Ubuntu Mono"/>
                <a:ea typeface="DejaVu Sans"/>
              </a:rPr>
              <a:t>                                      </a:t>
            </a:r>
            <a:r>
              <a:rPr b="0" lang="en-US" sz="1000" spc="-1" strike="noStrike">
                <a:solidFill>
                  <a:srgbClr val="ffffff"/>
                </a:solidFill>
                <a:latin typeface="Ubuntu Mono"/>
                <a:ea typeface="DejaVu Sans"/>
              </a:rPr>
              <a:t>rr::::::rrrrr::::::r  w:::::w     w:::::::::w     w:::::w        x:::::xx:::::x</a:t>
            </a:r>
            <a:endParaRPr b="0" lang="en-US" sz="1000" spc="-1" strike="noStrike">
              <a:latin typeface="Arial"/>
            </a:endParaRPr>
          </a:p>
          <a:p>
            <a:pPr>
              <a:lnSpc>
                <a:spcPct val="100000"/>
              </a:lnSpc>
              <a:buNone/>
            </a:pPr>
            <a:r>
              <a:rPr b="0" lang="en-US" sz="1000" spc="-1" strike="noStrike">
                <a:solidFill>
                  <a:srgbClr val="ffffff"/>
                </a:solidFill>
                <a:latin typeface="Ubuntu Mono"/>
                <a:ea typeface="DejaVu Sans"/>
              </a:rPr>
              <a:t>                                       </a:t>
            </a:r>
            <a:r>
              <a:rPr b="0" lang="en-US" sz="1000" spc="-1" strike="noStrike">
                <a:solidFill>
                  <a:srgbClr val="ffffff"/>
                </a:solidFill>
                <a:latin typeface="Ubuntu Mono"/>
                <a:ea typeface="DejaVu Sans"/>
              </a:rPr>
              <a:t>r:::::r     r:::::r   w:::::w   w:::::w:::::w   w:::::w          x::::::::::x</a:t>
            </a:r>
            <a:endParaRPr b="0" lang="en-US" sz="1000" spc="-1" strike="noStrike">
              <a:latin typeface="Arial"/>
            </a:endParaRPr>
          </a:p>
          <a:p>
            <a:pPr>
              <a:lnSpc>
                <a:spcPct val="100000"/>
              </a:lnSpc>
              <a:buNone/>
            </a:pPr>
            <a:r>
              <a:rPr b="0" lang="en-US" sz="1000" spc="-1" strike="noStrike">
                <a:solidFill>
                  <a:srgbClr val="ffffff"/>
                </a:solidFill>
                <a:latin typeface="Ubuntu Mono"/>
                <a:ea typeface="DejaVu Sans"/>
              </a:rPr>
              <a:t>                                       </a:t>
            </a:r>
            <a:r>
              <a:rPr b="0" lang="en-US" sz="1000" spc="-1" strike="noStrike">
                <a:solidFill>
                  <a:srgbClr val="ffffff"/>
                </a:solidFill>
                <a:latin typeface="Ubuntu Mono"/>
                <a:ea typeface="DejaVu Sans"/>
              </a:rPr>
              <a:t>r:::::r     rrrrrrr    w:::::w w:::::w w:::::w w:::::w            x::::::::x</a:t>
            </a:r>
            <a:endParaRPr b="0" lang="en-US" sz="1000" spc="-1" strike="noStrike">
              <a:latin typeface="Arial"/>
            </a:endParaRPr>
          </a:p>
          <a:p>
            <a:pPr>
              <a:lnSpc>
                <a:spcPct val="100000"/>
              </a:lnSpc>
              <a:buNone/>
            </a:pPr>
            <a:r>
              <a:rPr b="0" lang="en-US" sz="1000" spc="-1" strike="noStrike">
                <a:solidFill>
                  <a:srgbClr val="ffffff"/>
                </a:solidFill>
                <a:latin typeface="Ubuntu Mono"/>
                <a:ea typeface="DejaVu Sans"/>
              </a:rPr>
              <a:t>                                       </a:t>
            </a:r>
            <a:r>
              <a:rPr b="0" lang="en-US" sz="1000" spc="-1" strike="noStrike">
                <a:solidFill>
                  <a:srgbClr val="ffffff"/>
                </a:solidFill>
                <a:latin typeface="Ubuntu Mono"/>
                <a:ea typeface="DejaVu Sans"/>
              </a:rPr>
              <a:t>r:::::r                 w:::::w:::::w   w:::::w:::::w             x::::::::x</a:t>
            </a:r>
            <a:endParaRPr b="0" lang="en-US" sz="1000" spc="-1" strike="noStrike">
              <a:latin typeface="Arial"/>
            </a:endParaRPr>
          </a:p>
          <a:p>
            <a:pPr>
              <a:lnSpc>
                <a:spcPct val="100000"/>
              </a:lnSpc>
              <a:buNone/>
            </a:pPr>
            <a:r>
              <a:rPr b="0" lang="en-US" sz="1000" spc="-1" strike="noStrike">
                <a:solidFill>
                  <a:srgbClr val="ffffff"/>
                </a:solidFill>
                <a:latin typeface="Ubuntu Mono"/>
                <a:ea typeface="DejaVu Sans"/>
              </a:rPr>
              <a:t>                                       </a:t>
            </a:r>
            <a:r>
              <a:rPr b="0" lang="en-US" sz="1000" spc="-1" strike="noStrike">
                <a:solidFill>
                  <a:srgbClr val="ffffff"/>
                </a:solidFill>
                <a:latin typeface="Ubuntu Mono"/>
                <a:ea typeface="DejaVu Sans"/>
              </a:rPr>
              <a:t>r:::::r                  w:::::::::w     w:::::::::w             x::::::::::x</a:t>
            </a:r>
            <a:endParaRPr b="0" lang="en-US" sz="1000" spc="-1" strike="noStrike">
              <a:latin typeface="Arial"/>
            </a:endParaRPr>
          </a:p>
          <a:p>
            <a:pPr>
              <a:lnSpc>
                <a:spcPct val="100000"/>
              </a:lnSpc>
              <a:buNone/>
            </a:pPr>
            <a:r>
              <a:rPr b="0" lang="en-US" sz="1000" spc="-1" strike="noStrike">
                <a:solidFill>
                  <a:srgbClr val="ffffff"/>
                </a:solidFill>
                <a:latin typeface="Ubuntu Mono"/>
                <a:ea typeface="DejaVu Sans"/>
              </a:rPr>
              <a:t>                                       </a:t>
            </a:r>
            <a:r>
              <a:rPr b="0" lang="en-US" sz="1000" spc="-1" strike="noStrike">
                <a:solidFill>
                  <a:srgbClr val="ffffff"/>
                </a:solidFill>
                <a:latin typeface="Ubuntu Mono"/>
                <a:ea typeface="DejaVu Sans"/>
              </a:rPr>
              <a:t>r:::::r                   w:::::::w       w:::::::w             x:::::xx:::::x</a:t>
            </a:r>
            <a:endParaRPr b="0" lang="en-US" sz="1000" spc="-1" strike="noStrike">
              <a:latin typeface="Arial"/>
            </a:endParaRPr>
          </a:p>
          <a:p>
            <a:pPr>
              <a:lnSpc>
                <a:spcPct val="100000"/>
              </a:lnSpc>
              <a:buNone/>
            </a:pPr>
            <a:r>
              <a:rPr b="0" lang="en-US" sz="1000" spc="-1" strike="noStrike">
                <a:solidFill>
                  <a:srgbClr val="ffffff"/>
                </a:solidFill>
                <a:latin typeface="Ubuntu Mono"/>
                <a:ea typeface="DejaVu Sans"/>
              </a:rPr>
              <a:t>                                       </a:t>
            </a:r>
            <a:r>
              <a:rPr b="0" lang="en-US" sz="1000" spc="-1" strike="noStrike">
                <a:solidFill>
                  <a:srgbClr val="ffffff"/>
                </a:solidFill>
                <a:latin typeface="Ubuntu Mono"/>
                <a:ea typeface="DejaVu Sans"/>
              </a:rPr>
              <a:t>r:::::r                    w:::::w         w:::::w             x:::::x  x:::::x</a:t>
            </a:r>
            <a:endParaRPr b="0" lang="en-US" sz="1000" spc="-1" strike="noStrike">
              <a:latin typeface="Arial"/>
            </a:endParaRPr>
          </a:p>
          <a:p>
            <a:pPr>
              <a:lnSpc>
                <a:spcPct val="100000"/>
              </a:lnSpc>
              <a:buNone/>
            </a:pPr>
            <a:r>
              <a:rPr b="0" lang="en-US" sz="1000" spc="-1" strike="noStrike">
                <a:solidFill>
                  <a:srgbClr val="ffffff"/>
                </a:solidFill>
                <a:latin typeface="Ubuntu Mono"/>
                <a:ea typeface="DejaVu Sans"/>
              </a:rPr>
              <a:t>                                       </a:t>
            </a:r>
            <a:r>
              <a:rPr b="0" lang="en-US" sz="1000" spc="-1" strike="noStrike">
                <a:solidFill>
                  <a:srgbClr val="ffffff"/>
                </a:solidFill>
                <a:latin typeface="Ubuntu Mono"/>
                <a:ea typeface="DejaVu Sans"/>
              </a:rPr>
              <a:t>r:::::r                     w:::w           w:::w             x:::::x    x:::::x</a:t>
            </a:r>
            <a:endParaRPr b="0" lang="en-US" sz="1000" spc="-1" strike="noStrike">
              <a:latin typeface="Arial"/>
            </a:endParaRPr>
          </a:p>
          <a:p>
            <a:pPr>
              <a:lnSpc>
                <a:spcPct val="100000"/>
              </a:lnSpc>
              <a:buNone/>
            </a:pPr>
            <a:r>
              <a:rPr b="0" lang="en-US" sz="1000" spc="-1" strike="noStrike">
                <a:solidFill>
                  <a:srgbClr val="ffffff"/>
                </a:solidFill>
                <a:latin typeface="Ubuntu Mono"/>
                <a:ea typeface="DejaVu Sans"/>
              </a:rPr>
              <a:t>                                       </a:t>
            </a:r>
            <a:r>
              <a:rPr b="0" lang="en-US" sz="1000" spc="-1" strike="noStrike">
                <a:solidFill>
                  <a:srgbClr val="ffffff"/>
                </a:solidFill>
                <a:latin typeface="Ubuntu Mono"/>
                <a:ea typeface="DejaVu Sans"/>
              </a:rPr>
              <a:t>rrrrrrr                      www             www             xxxxxxx      xxxxxxx</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144000" y="72000"/>
            <a:ext cx="9536400" cy="644400"/>
          </a:xfrm>
          <a:prstGeom prst="rect">
            <a:avLst/>
          </a:prstGeom>
          <a:noFill/>
          <a:ln w="0">
            <a:noFill/>
          </a:ln>
        </p:spPr>
        <p:txBody>
          <a:bodyPr lIns="0" rIns="0" tIns="0" bIns="0" anchor="ctr">
            <a:noAutofit/>
          </a:bodyPr>
          <a:p>
            <a:pPr>
              <a:lnSpc>
                <a:spcPct val="100000"/>
              </a:lnSpc>
              <a:buNone/>
            </a:pPr>
            <a:r>
              <a:rPr b="0" lang="en-US" sz="2800" spc="-1" strike="noStrike">
                <a:solidFill>
                  <a:srgbClr val="ffffff"/>
                </a:solidFill>
                <a:latin typeface="Times New Roman"/>
              </a:rPr>
              <a:t>Opis problema</a:t>
            </a:r>
            <a:endParaRPr b="0" lang="en-US" sz="2800" spc="-1" strike="noStrike">
              <a:latin typeface="Arial"/>
            </a:endParaRPr>
          </a:p>
        </p:txBody>
      </p:sp>
      <p:sp>
        <p:nvSpPr>
          <p:cNvPr id="185" name="PlaceHolder 2"/>
          <p:cNvSpPr>
            <a:spLocks noGrp="1"/>
          </p:cNvSpPr>
          <p:nvPr>
            <p:ph/>
          </p:nvPr>
        </p:nvSpPr>
        <p:spPr>
          <a:xfrm>
            <a:off x="504000" y="1143000"/>
            <a:ext cx="8636400" cy="2511000"/>
          </a:xfrm>
          <a:prstGeom prst="rect">
            <a:avLst/>
          </a:prstGeom>
          <a:noFill/>
          <a:ln w="0">
            <a:noFill/>
          </a:ln>
        </p:spPr>
        <p:txBody>
          <a:bodyPr lIns="0" rIns="0" tIns="0" bIns="0" anchor="t">
            <a:normAutofit fontScale="85000"/>
          </a:bodyPr>
          <a:p>
            <a:pPr algn="just">
              <a:lnSpc>
                <a:spcPct val="100000"/>
              </a:lnSpc>
              <a:spcBef>
                <a:spcPts val="1417"/>
              </a:spcBef>
              <a:buNone/>
            </a:pPr>
            <a:r>
              <a:rPr b="0" lang="en-US" sz="1800" spc="-1" strike="noStrike">
                <a:solidFill>
                  <a:srgbClr val="ffffff"/>
                </a:solidFill>
                <a:latin typeface="Times New Roman"/>
              </a:rPr>
              <a:t>Savremeni inženjering softvera suočava se sa trendom konstantnog rasta složenosti i hardverske zahtevnosti razvojnih alata. Moderni editori koda i integrisana razvojna okruženja (engl. IDE) često troše stotine megabajta radne memorije i uvode kompleksne sisteme zavisnosti kroz procese instalacije dodataka (engl. plugins). Ovakav pristup ne samo da usporava rad na slabijim hardverskim konfiguracijama, već i značajno otežava kontrolu nad izvršnim kodom.</a:t>
            </a:r>
            <a:endParaRPr b="0" lang="en-US" sz="1800" spc="-1" strike="noStrike">
              <a:latin typeface="Arial"/>
            </a:endParaRPr>
          </a:p>
          <a:p>
            <a:pPr algn="just">
              <a:lnSpc>
                <a:spcPct val="100000"/>
              </a:lnSpc>
              <a:spcBef>
                <a:spcPts val="1417"/>
              </a:spcBef>
              <a:buNone/>
            </a:pPr>
            <a:r>
              <a:rPr b="0" lang="en-US" sz="1800" spc="-1" strike="noStrike">
                <a:solidFill>
                  <a:srgbClr val="ffffff"/>
                </a:solidFill>
                <a:latin typeface="Times New Roman"/>
              </a:rPr>
              <a:t>Iz tog razloga javlja se potreba za istraživanjem alternativnih i minimalističkih pristupa u razvoju softvera. Tema ovog rada je bitna jer se bavi optimizacijom performansi i povratkom korenima UNIX filozofije, gde softver treba da radi jednu stvar i da je radi kako treba. Razvojem sopstvenog rešenja postiže se potpuna nezavisnost od ogromnih modernih editora i njihovih softverskih paketa, čime se dobija alat koji je u potpunosti prilagođen specifičnim navikama i radnom toku programera.</a:t>
            </a:r>
            <a:endParaRPr b="0" lang="en-US" sz="1800" spc="-1" strike="noStrike">
              <a:latin typeface="Arial"/>
            </a:endParaRPr>
          </a:p>
        </p:txBody>
      </p:sp>
      <p:pic>
        <p:nvPicPr>
          <p:cNvPr id="186" name="" descr=""/>
          <p:cNvPicPr/>
          <p:nvPr/>
        </p:nvPicPr>
        <p:blipFill>
          <a:blip r:embed="rId1"/>
          <a:stretch/>
        </p:blipFill>
        <p:spPr>
          <a:xfrm>
            <a:off x="4800600" y="3886200"/>
            <a:ext cx="2053800" cy="1153440"/>
          </a:xfrm>
          <a:prstGeom prst="rect">
            <a:avLst/>
          </a:prstGeom>
          <a:ln w="10800">
            <a:noFill/>
          </a:ln>
        </p:spPr>
      </p:pic>
      <p:pic>
        <p:nvPicPr>
          <p:cNvPr id="187" name="" descr=""/>
          <p:cNvPicPr/>
          <p:nvPr/>
        </p:nvPicPr>
        <p:blipFill>
          <a:blip r:embed="rId2"/>
          <a:stretch/>
        </p:blipFill>
        <p:spPr>
          <a:xfrm>
            <a:off x="7065360" y="3886200"/>
            <a:ext cx="2075040" cy="1165680"/>
          </a:xfrm>
          <a:prstGeom prst="rect">
            <a:avLst/>
          </a:prstGeom>
          <a:ln w="10800">
            <a:noFill/>
          </a:ln>
        </p:spPr>
      </p:pic>
      <p:sp>
        <p:nvSpPr>
          <p:cNvPr id="188" name=""/>
          <p:cNvSpPr/>
          <p:nvPr/>
        </p:nvSpPr>
        <p:spPr>
          <a:xfrm>
            <a:off x="685800" y="4343400"/>
            <a:ext cx="3425400" cy="342720"/>
          </a:xfrm>
          <a:prstGeom prst="rect">
            <a:avLst/>
          </a:prstGeom>
          <a:noFill/>
          <a:ln w="1080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ffffff"/>
                </a:solidFill>
                <a:latin typeface="Times New Roman"/>
                <a:ea typeface="DejaVu Sans"/>
              </a:rPr>
              <a:t>https://youtu.be/GC-0tCy4P1U</a:t>
            </a:r>
            <a:endParaRPr b="0" lang="en-US" sz="1800" spc="-1" strike="noStrike">
              <a:latin typeface="Arial"/>
            </a:endParaRPr>
          </a:p>
        </p:txBody>
      </p:sp>
      <p:sp>
        <p:nvSpPr>
          <p:cNvPr id="189" name=""/>
          <p:cNvSpPr/>
          <p:nvPr/>
        </p:nvSpPr>
        <p:spPr>
          <a:xfrm>
            <a:off x="685800" y="4689720"/>
            <a:ext cx="3426840" cy="339840"/>
          </a:xfrm>
          <a:prstGeom prst="rect">
            <a:avLst/>
          </a:prstGeom>
          <a:noFill/>
          <a:ln w="1080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ffffff"/>
                </a:solidFill>
                <a:latin typeface="Times New Roman"/>
                <a:ea typeface="DejaVu Sans"/>
              </a:rPr>
              <a:t>https://youtu.be/hxM8QmyZXtg</a:t>
            </a:r>
            <a:endParaRPr b="0" lang="en-US" sz="1800" spc="-1" strike="noStrike">
              <a:latin typeface="Arial"/>
            </a:endParaRPr>
          </a:p>
        </p:txBody>
      </p:sp>
      <p:sp>
        <p:nvSpPr>
          <p:cNvPr id="190" name=""/>
          <p:cNvSpPr/>
          <p:nvPr/>
        </p:nvSpPr>
        <p:spPr>
          <a:xfrm>
            <a:off x="1371600" y="3886200"/>
            <a:ext cx="1826640" cy="339840"/>
          </a:xfrm>
          <a:prstGeom prst="rect">
            <a:avLst/>
          </a:prstGeom>
          <a:noFill/>
          <a:ln w="10800">
            <a:noFill/>
          </a:ln>
        </p:spPr>
        <p:style>
          <a:lnRef idx="0"/>
          <a:fillRef idx="0"/>
          <a:effectRef idx="0"/>
          <a:fontRef idx="minor"/>
        </p:style>
        <p:txBody>
          <a:bodyPr lIns="90000" rIns="90000" tIns="45000" bIns="45000" anchor="t">
            <a:noAutofit/>
          </a:bodyPr>
          <a:p>
            <a:pPr>
              <a:lnSpc>
                <a:spcPct val="100000"/>
              </a:lnSpc>
              <a:buNone/>
            </a:pPr>
            <a:r>
              <a:rPr b="1" lang="en-US" sz="1800" spc="-1" strike="noStrike">
                <a:solidFill>
                  <a:srgbClr val="ffffff"/>
                </a:solidFill>
                <a:latin typeface="Times New Roman"/>
                <a:ea typeface="DejaVu Sans"/>
              </a:rPr>
              <a:t>Casey Muratori</a:t>
            </a:r>
            <a:endParaRPr b="0" lang="en-US" sz="1800" spc="-1" strike="noStrike">
              <a:latin typeface="Arial"/>
            </a:endParaRPr>
          </a:p>
        </p:txBody>
      </p:sp>
      <p:sp>
        <p:nvSpPr>
          <p:cNvPr id="4" name="PlaceHolder 3"/>
          <p:cNvSpPr>
            <a:spLocks noGrp="1"/>
          </p:cNvSpPr>
          <p:nvPr>
            <p:ph type="sldNum" idx="2"/>
          </p:nvPr>
        </p:nvSpPr>
        <p:spPr/>
        <p:txBody>
          <a:bodyPr/>
          <a:p>
            <a:fld id="{59601C2B-E858-4845-A1D4-2F185FBFE02D}"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title"/>
          </p:nvPr>
        </p:nvSpPr>
        <p:spPr>
          <a:xfrm>
            <a:off x="144000" y="72000"/>
            <a:ext cx="9536400" cy="644400"/>
          </a:xfrm>
          <a:prstGeom prst="rect">
            <a:avLst/>
          </a:prstGeom>
          <a:noFill/>
          <a:ln w="0">
            <a:noFill/>
          </a:ln>
        </p:spPr>
        <p:txBody>
          <a:bodyPr lIns="0" rIns="0" tIns="0" bIns="0" anchor="ctr">
            <a:noAutofit/>
          </a:bodyPr>
          <a:p>
            <a:pPr>
              <a:lnSpc>
                <a:spcPct val="100000"/>
              </a:lnSpc>
              <a:buNone/>
            </a:pPr>
            <a:r>
              <a:rPr b="0" lang="en-US" sz="2800" spc="-1" strike="noStrike">
                <a:solidFill>
                  <a:srgbClr val="ffffff"/>
                </a:solidFill>
                <a:latin typeface="Times New Roman"/>
              </a:rPr>
              <a:t>Analiza i komparativni prikaz postojećih terminalskih editora</a:t>
            </a:r>
            <a:endParaRPr b="0" lang="en-US" sz="2800" spc="-1" strike="noStrike">
              <a:latin typeface="Arial"/>
            </a:endParaRPr>
          </a:p>
        </p:txBody>
      </p:sp>
      <p:sp>
        <p:nvSpPr>
          <p:cNvPr id="192" name="PlaceHolder 2"/>
          <p:cNvSpPr>
            <a:spLocks noGrp="1"/>
          </p:cNvSpPr>
          <p:nvPr>
            <p:ph/>
          </p:nvPr>
        </p:nvSpPr>
        <p:spPr>
          <a:xfrm>
            <a:off x="504720" y="1143000"/>
            <a:ext cx="8636400" cy="2740320"/>
          </a:xfrm>
          <a:prstGeom prst="rect">
            <a:avLst/>
          </a:prstGeom>
          <a:noFill/>
          <a:ln w="0">
            <a:noFill/>
          </a:ln>
        </p:spPr>
        <p:txBody>
          <a:bodyPr lIns="0" rIns="0" tIns="0" bIns="0" anchor="t">
            <a:normAutofit/>
          </a:bodyPr>
          <a:p>
            <a:pPr algn="just">
              <a:lnSpc>
                <a:spcPct val="100000"/>
              </a:lnSpc>
              <a:spcBef>
                <a:spcPts val="1417"/>
              </a:spcBef>
              <a:buNone/>
            </a:pPr>
            <a:r>
              <a:rPr b="0" lang="en-US" sz="1600" spc="-1" strike="noStrike">
                <a:solidFill>
                  <a:srgbClr val="ffffff"/>
                </a:solidFill>
                <a:latin typeface="Times New Roman"/>
              </a:rPr>
              <a:t>U okviru ovog rada izvršena je detaljna analiza i komparacija srodnih terminalskih tekstualnih editora koji su direktno ili indirektno uticali na razvoj editora rwx.</a:t>
            </a:r>
            <a:endParaRPr b="0" lang="en-US" sz="1600" spc="-1" strike="noStrike">
              <a:latin typeface="Arial"/>
            </a:endParaRPr>
          </a:p>
          <a:p>
            <a:pPr algn="just">
              <a:lnSpc>
                <a:spcPct val="100000"/>
              </a:lnSpc>
              <a:spcBef>
                <a:spcPts val="1417"/>
              </a:spcBef>
              <a:buNone/>
            </a:pPr>
            <a:r>
              <a:rPr b="0" lang="en-US" sz="1600" spc="-1" strike="noStrike">
                <a:solidFill>
                  <a:srgbClr val="ffffff"/>
                </a:solidFill>
                <a:latin typeface="Times New Roman"/>
              </a:rPr>
              <a:t>Analizirani su sledeći sistemi:</a:t>
            </a:r>
            <a:endParaRPr b="0" lang="en-US" sz="1600" spc="-1" strike="noStrike">
              <a:latin typeface="Arial"/>
            </a:endParaRPr>
          </a:p>
          <a:p>
            <a:pPr algn="just">
              <a:lnSpc>
                <a:spcPct val="100000"/>
              </a:lnSpc>
              <a:spcBef>
                <a:spcPts val="1417"/>
              </a:spcBef>
              <a:buNone/>
            </a:pPr>
            <a:r>
              <a:rPr b="0" lang="en-US" sz="1600" spc="-1" strike="noStrike">
                <a:solidFill>
                  <a:srgbClr val="ffffff"/>
                </a:solidFill>
                <a:latin typeface="Times New Roman"/>
              </a:rPr>
              <a:t>vi i vim - Industrijski standardi modalnog editovanja. Dok je izvorni vi postavio temelje efikasnog kretanja kroz tekst, vim (Vi IMproved) je uveo bogat ekosistem, napredno konfigurisanje kroz .vimrc fajlove i eksterni skripting jezik (Vimscript).</a:t>
            </a:r>
            <a:endParaRPr b="0" lang="en-US" sz="1600" spc="-1" strike="noStrike">
              <a:latin typeface="Arial"/>
            </a:endParaRPr>
          </a:p>
          <a:p>
            <a:pPr algn="just">
              <a:lnSpc>
                <a:spcPct val="100000"/>
              </a:lnSpc>
              <a:spcBef>
                <a:spcPts val="1417"/>
              </a:spcBef>
              <a:buNone/>
            </a:pPr>
            <a:r>
              <a:rPr b="0" lang="en-US" sz="1600" spc="-1" strike="noStrike">
                <a:solidFill>
                  <a:srgbClr val="ffffff"/>
                </a:solidFill>
                <a:latin typeface="Times New Roman"/>
              </a:rPr>
              <a:t>neovim - Moderan naslednik vima sa refaktorisanom bazom koda. Karakteriše ga asinhrona arhitektura, ugrađen LSP klijent i korišćenje Lua programskog jezika za konfiguraciju i razvoj dodataka (engl. plugins).</a:t>
            </a:r>
            <a:endParaRPr b="0" lang="en-US" sz="1600" spc="-1" strike="noStrike">
              <a:latin typeface="Arial"/>
            </a:endParaRPr>
          </a:p>
        </p:txBody>
      </p:sp>
      <p:sp>
        <p:nvSpPr>
          <p:cNvPr id="193" name=""/>
          <p:cNvSpPr/>
          <p:nvPr/>
        </p:nvSpPr>
        <p:spPr>
          <a:xfrm>
            <a:off x="1371600" y="3886200"/>
            <a:ext cx="1734480" cy="339840"/>
          </a:xfrm>
          <a:prstGeom prst="rect">
            <a:avLst/>
          </a:prstGeom>
          <a:noFill/>
          <a:ln w="10800">
            <a:noFill/>
          </a:ln>
        </p:spPr>
        <p:style>
          <a:lnRef idx="0"/>
          <a:fillRef idx="0"/>
          <a:effectRef idx="0"/>
          <a:fontRef idx="minor"/>
        </p:style>
      </p:sp>
      <p:pic>
        <p:nvPicPr>
          <p:cNvPr id="194" name="" descr=""/>
          <p:cNvPicPr/>
          <p:nvPr/>
        </p:nvPicPr>
        <p:blipFill>
          <a:blip r:embed="rId1"/>
          <a:stretch/>
        </p:blipFill>
        <p:spPr>
          <a:xfrm>
            <a:off x="6630840" y="3886200"/>
            <a:ext cx="1138680" cy="1140120"/>
          </a:xfrm>
          <a:prstGeom prst="rect">
            <a:avLst/>
          </a:prstGeom>
          <a:ln w="0">
            <a:noFill/>
          </a:ln>
        </p:spPr>
      </p:pic>
      <p:pic>
        <p:nvPicPr>
          <p:cNvPr id="195" name="" descr=""/>
          <p:cNvPicPr/>
          <p:nvPr/>
        </p:nvPicPr>
        <p:blipFill>
          <a:blip r:embed="rId2"/>
          <a:stretch/>
        </p:blipFill>
        <p:spPr>
          <a:xfrm>
            <a:off x="8001000" y="3886200"/>
            <a:ext cx="911520" cy="1112040"/>
          </a:xfrm>
          <a:prstGeom prst="rect">
            <a:avLst/>
          </a:prstGeom>
          <a:ln w="0">
            <a:noFill/>
          </a:ln>
        </p:spPr>
      </p:pic>
      <p:sp>
        <p:nvSpPr>
          <p:cNvPr id="4" name="PlaceHolder 3"/>
          <p:cNvSpPr>
            <a:spLocks noGrp="1"/>
          </p:cNvSpPr>
          <p:nvPr>
            <p:ph type="sldNum" idx="5"/>
          </p:nvPr>
        </p:nvSpPr>
        <p:spPr/>
        <p:txBody>
          <a:bodyPr/>
          <a:p>
            <a:fld id="{D2964100-4421-44CA-B746-FFAC2BBEBE18}"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title"/>
          </p:nvPr>
        </p:nvSpPr>
        <p:spPr>
          <a:xfrm>
            <a:off x="144000" y="72000"/>
            <a:ext cx="9536400" cy="644400"/>
          </a:xfrm>
          <a:prstGeom prst="rect">
            <a:avLst/>
          </a:prstGeom>
          <a:noFill/>
          <a:ln w="0">
            <a:noFill/>
          </a:ln>
        </p:spPr>
        <p:txBody>
          <a:bodyPr lIns="0" rIns="0" tIns="0" bIns="0" anchor="ctr">
            <a:noAutofit/>
          </a:bodyPr>
          <a:p>
            <a:pPr>
              <a:lnSpc>
                <a:spcPct val="100000"/>
              </a:lnSpc>
              <a:buNone/>
            </a:pPr>
            <a:r>
              <a:rPr b="0" lang="en-US" sz="2800" spc="-1" strike="noStrike">
                <a:solidFill>
                  <a:srgbClr val="ffffff"/>
                </a:solidFill>
                <a:latin typeface="Times New Roman"/>
              </a:rPr>
              <a:t>Analiza i komparativni prikaz postojećih terminalskih editora</a:t>
            </a:r>
            <a:endParaRPr b="0" lang="en-US" sz="2800" spc="-1" strike="noStrike">
              <a:latin typeface="Arial"/>
            </a:endParaRPr>
          </a:p>
        </p:txBody>
      </p:sp>
      <p:sp>
        <p:nvSpPr>
          <p:cNvPr id="197" name="PlaceHolder 2"/>
          <p:cNvSpPr>
            <a:spLocks noGrp="1"/>
          </p:cNvSpPr>
          <p:nvPr>
            <p:ph/>
          </p:nvPr>
        </p:nvSpPr>
        <p:spPr>
          <a:xfrm>
            <a:off x="504000" y="1143000"/>
            <a:ext cx="8636400" cy="2511720"/>
          </a:xfrm>
          <a:prstGeom prst="rect">
            <a:avLst/>
          </a:prstGeom>
          <a:noFill/>
          <a:ln w="0">
            <a:noFill/>
          </a:ln>
        </p:spPr>
        <p:txBody>
          <a:bodyPr lIns="0" rIns="0" tIns="0" bIns="0" anchor="t">
            <a:normAutofit/>
          </a:bodyPr>
          <a:p>
            <a:pPr algn="just">
              <a:lnSpc>
                <a:spcPct val="100000"/>
              </a:lnSpc>
              <a:spcBef>
                <a:spcPts val="1417"/>
              </a:spcBef>
              <a:buNone/>
            </a:pPr>
            <a:r>
              <a:rPr b="0" lang="en-US" sz="1600" spc="-1" strike="noStrike">
                <a:solidFill>
                  <a:srgbClr val="ffffff"/>
                </a:solidFill>
                <a:latin typeface="Times New Roman"/>
              </a:rPr>
              <a:t>nano - Predstavnik jednostavnih, nemodalnih editora prilagođenih početnicima. Fokusiran je na brze izmene bez potrebe za učenjem kompleksnih prečica, ali nudi ograničene mogućnosti proširivanja i ograničene napredne opcije manipulacije teksta.</a:t>
            </a:r>
            <a:endParaRPr b="0" lang="en-US" sz="1600" spc="-1" strike="noStrike">
              <a:latin typeface="Arial"/>
            </a:endParaRPr>
          </a:p>
          <a:p>
            <a:pPr algn="just">
              <a:lnSpc>
                <a:spcPct val="100000"/>
              </a:lnSpc>
              <a:spcBef>
                <a:spcPts val="1417"/>
              </a:spcBef>
              <a:buNone/>
            </a:pPr>
            <a:r>
              <a:rPr b="0" lang="en-US" sz="1600" spc="-1" strike="noStrike">
                <a:solidFill>
                  <a:srgbClr val="ffffff"/>
                </a:solidFill>
                <a:latin typeface="Times New Roman"/>
              </a:rPr>
              <a:t>kilo - Edukativni, minimalistički editor napisan u manje od 1000 linija C koda. Iako funkcionalno limitiran, kilo demonstrira kako se manipulacijom terminala u sirovom (engl. raw) režimu može kreirati funkcionalan editor bez eksternih biblioteka.</a:t>
            </a:r>
            <a:endParaRPr b="0" lang="en-US" sz="1600" spc="-1" strike="noStrike">
              <a:latin typeface="Arial"/>
            </a:endParaRPr>
          </a:p>
          <a:p>
            <a:pPr algn="just">
              <a:lnSpc>
                <a:spcPct val="100000"/>
              </a:lnSpc>
              <a:spcBef>
                <a:spcPts val="1417"/>
              </a:spcBef>
              <a:buNone/>
            </a:pPr>
            <a:r>
              <a:rPr b="0" lang="en-US" sz="1600" spc="-1" strike="noStrike">
                <a:solidFill>
                  <a:srgbClr val="ffffff"/>
                </a:solidFill>
                <a:latin typeface="Times New Roman"/>
              </a:rPr>
              <a:t>U cilju jasnijeg sagledavanja arhitektonskih i filozofskih razlika između ovih alata i editora rwx, u sledećim tabelama je dat uporedni pregled njihovih ključnih karakteristika.</a:t>
            </a:r>
            <a:endParaRPr b="0" lang="en-US" sz="1600" spc="-1" strike="noStrike">
              <a:latin typeface="Arial"/>
            </a:endParaRPr>
          </a:p>
        </p:txBody>
      </p:sp>
      <p:sp>
        <p:nvSpPr>
          <p:cNvPr id="198" name=""/>
          <p:cNvSpPr/>
          <p:nvPr/>
        </p:nvSpPr>
        <p:spPr>
          <a:xfrm>
            <a:off x="685800" y="4343400"/>
            <a:ext cx="3425400" cy="342720"/>
          </a:xfrm>
          <a:prstGeom prst="rect">
            <a:avLst/>
          </a:prstGeom>
          <a:noFill/>
          <a:ln w="10800">
            <a:noFill/>
          </a:ln>
        </p:spPr>
        <p:style>
          <a:lnRef idx="0"/>
          <a:fillRef idx="0"/>
          <a:effectRef idx="0"/>
          <a:fontRef idx="minor"/>
        </p:style>
      </p:sp>
      <p:sp>
        <p:nvSpPr>
          <p:cNvPr id="199" name=""/>
          <p:cNvSpPr/>
          <p:nvPr/>
        </p:nvSpPr>
        <p:spPr>
          <a:xfrm>
            <a:off x="685800" y="4689720"/>
            <a:ext cx="3159720" cy="339840"/>
          </a:xfrm>
          <a:prstGeom prst="rect">
            <a:avLst/>
          </a:prstGeom>
          <a:noFill/>
          <a:ln w="10800">
            <a:noFill/>
          </a:ln>
        </p:spPr>
        <p:style>
          <a:lnRef idx="0"/>
          <a:fillRef idx="0"/>
          <a:effectRef idx="0"/>
          <a:fontRef idx="minor"/>
        </p:style>
      </p:sp>
      <p:sp>
        <p:nvSpPr>
          <p:cNvPr id="200" name=""/>
          <p:cNvSpPr/>
          <p:nvPr/>
        </p:nvSpPr>
        <p:spPr>
          <a:xfrm>
            <a:off x="1371600" y="3886200"/>
            <a:ext cx="1734480" cy="339840"/>
          </a:xfrm>
          <a:prstGeom prst="rect">
            <a:avLst/>
          </a:prstGeom>
          <a:noFill/>
          <a:ln w="10800">
            <a:noFill/>
          </a:ln>
        </p:spPr>
        <p:style>
          <a:lnRef idx="0"/>
          <a:fillRef idx="0"/>
          <a:effectRef idx="0"/>
          <a:fontRef idx="minor"/>
        </p:style>
      </p:sp>
      <p:pic>
        <p:nvPicPr>
          <p:cNvPr id="201" name="" descr=""/>
          <p:cNvPicPr/>
          <p:nvPr/>
        </p:nvPicPr>
        <p:blipFill>
          <a:blip r:embed="rId1"/>
          <a:stretch/>
        </p:blipFill>
        <p:spPr>
          <a:xfrm>
            <a:off x="6172200" y="3886200"/>
            <a:ext cx="2968920" cy="1062360"/>
          </a:xfrm>
          <a:prstGeom prst="rect">
            <a:avLst/>
          </a:prstGeom>
          <a:ln w="0">
            <a:noFill/>
          </a:ln>
        </p:spPr>
      </p:pic>
      <p:sp>
        <p:nvSpPr>
          <p:cNvPr id="4" name="PlaceHolder 3"/>
          <p:cNvSpPr>
            <a:spLocks noGrp="1"/>
          </p:cNvSpPr>
          <p:nvPr>
            <p:ph type="sldNum" idx="5"/>
          </p:nvPr>
        </p:nvSpPr>
        <p:spPr/>
        <p:txBody>
          <a:bodyPr/>
          <a:p>
            <a:fld id="{08878948-E015-4616-891B-558B3CA85243}"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title"/>
          </p:nvPr>
        </p:nvSpPr>
        <p:spPr>
          <a:xfrm>
            <a:off x="144000" y="72000"/>
            <a:ext cx="9536400" cy="644400"/>
          </a:xfrm>
          <a:prstGeom prst="rect">
            <a:avLst/>
          </a:prstGeom>
          <a:noFill/>
          <a:ln w="0">
            <a:noFill/>
          </a:ln>
        </p:spPr>
        <p:txBody>
          <a:bodyPr lIns="0" rIns="0" tIns="0" bIns="0" anchor="ctr">
            <a:noAutofit/>
          </a:bodyPr>
          <a:p>
            <a:pPr>
              <a:lnSpc>
                <a:spcPct val="100000"/>
              </a:lnSpc>
              <a:buNone/>
            </a:pPr>
            <a:r>
              <a:rPr b="0" lang="en-US" sz="2800" spc="-1" strike="noStrike">
                <a:solidFill>
                  <a:srgbClr val="ffffff"/>
                </a:solidFill>
                <a:latin typeface="Times New Roman"/>
              </a:rPr>
              <a:t>rwx editor u poređenju sa drugim terminal editorima</a:t>
            </a:r>
            <a:endParaRPr b="0" lang="en-US" sz="2800" spc="-1" strike="noStrike">
              <a:latin typeface="Arial"/>
            </a:endParaRPr>
          </a:p>
        </p:txBody>
      </p:sp>
      <p:graphicFrame>
        <p:nvGraphicFramePr>
          <p:cNvPr id="203" name=""/>
          <p:cNvGraphicFramePr/>
          <p:nvPr/>
        </p:nvGraphicFramePr>
        <p:xfrm>
          <a:off x="504000" y="1143000"/>
          <a:ext cx="8639640" cy="2607840"/>
        </p:xfrm>
        <a:graphic>
          <a:graphicData uri="http://schemas.openxmlformats.org/drawingml/2006/table">
            <a:tbl>
              <a:tblPr/>
              <a:tblGrid>
                <a:gridCol w="1251360"/>
                <a:gridCol w="7388640"/>
              </a:tblGrid>
              <a:tr h="372960">
                <a:tc>
                  <a:txBody>
                    <a:bodyPr lIns="90000" rIns="90000" anchor="t">
                      <a:noAutofit/>
                    </a:bodyPr>
                    <a:p>
                      <a:pPr algn="ctr">
                        <a:lnSpc>
                          <a:spcPct val="100000"/>
                        </a:lnSpc>
                        <a:buNone/>
                      </a:pPr>
                      <a:r>
                        <a:rPr b="1" lang="en-US" sz="1800" spc="-1" strike="noStrike" u="sng">
                          <a:solidFill>
                            <a:srgbClr val="000000"/>
                          </a:solidFill>
                          <a:uFillTx/>
                          <a:latin typeface="Times New Roman"/>
                        </a:rPr>
                        <a:t>Editor</a:t>
                      </a:r>
                      <a:endParaRPr b="0" lang="en-US" sz="18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lIns="90000" rIns="90000" anchor="t">
                      <a:noAutofit/>
                    </a:bodyPr>
                    <a:p>
                      <a:pPr algn="ctr">
                        <a:lnSpc>
                          <a:spcPct val="100000"/>
                        </a:lnSpc>
                        <a:buNone/>
                      </a:pPr>
                      <a:r>
                        <a:rPr b="1" lang="en-US" sz="1800" spc="-1" strike="noStrike" u="sng">
                          <a:solidFill>
                            <a:srgbClr val="000000"/>
                          </a:solidFill>
                          <a:uFillTx/>
                          <a:latin typeface="Times New Roman"/>
                        </a:rPr>
                        <a:t>Arhitektura baze koda</a:t>
                      </a:r>
                      <a:endParaRPr b="0" lang="en-US" sz="18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372240">
                <a:tc>
                  <a:txBody>
                    <a:bodyPr lIns="90000" rIns="90000" anchor="t">
                      <a:noAutofit/>
                    </a:bodyPr>
                    <a:p>
                      <a:pPr algn="ctr">
                        <a:lnSpc>
                          <a:spcPct val="100000"/>
                        </a:lnSpc>
                        <a:buNone/>
                      </a:pPr>
                      <a:r>
                        <a:rPr b="0" lang="en-US" sz="1600" spc="-1" strike="noStrike">
                          <a:solidFill>
                            <a:srgbClr val="000000"/>
                          </a:solidFill>
                          <a:latin typeface="Times New Roman"/>
                        </a:rPr>
                        <a:t>rwx</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nchor="t">
                      <a:noAutofit/>
                    </a:bodyPr>
                    <a:p>
                      <a:pPr algn="ctr">
                        <a:lnSpc>
                          <a:spcPct val="100000"/>
                        </a:lnSpc>
                        <a:buNone/>
                      </a:pPr>
                      <a:r>
                        <a:rPr b="0" lang="en-US" sz="1600" spc="-1" strike="noStrike">
                          <a:solidFill>
                            <a:srgbClr val="000000"/>
                          </a:solidFill>
                          <a:latin typeface="Times New Roman"/>
                        </a:rPr>
                        <a:t>Minimalistička monolitna (C)</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72240">
                <a:tc>
                  <a:txBody>
                    <a:bodyPr lIns="90000" rIns="90000" anchor="t">
                      <a:noAutofit/>
                    </a:bodyPr>
                    <a:p>
                      <a:pPr algn="ctr">
                        <a:lnSpc>
                          <a:spcPct val="100000"/>
                        </a:lnSpc>
                        <a:buNone/>
                      </a:pPr>
                      <a:r>
                        <a:rPr b="0" lang="en-US" sz="1600" spc="-1" strike="noStrike">
                          <a:solidFill>
                            <a:srgbClr val="000000"/>
                          </a:solidFill>
                          <a:latin typeface="Times New Roman"/>
                        </a:rPr>
                        <a:t>kilo</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t">
                      <a:noAutofit/>
                    </a:bodyPr>
                    <a:p>
                      <a:pPr algn="ctr">
                        <a:lnSpc>
                          <a:spcPct val="100000"/>
                        </a:lnSpc>
                        <a:buNone/>
                      </a:pPr>
                      <a:r>
                        <a:rPr b="0" lang="en-US" sz="1600" spc="-1" strike="noStrike">
                          <a:solidFill>
                            <a:srgbClr val="000000"/>
                          </a:solidFill>
                          <a:latin typeface="Times New Roman"/>
                        </a:rPr>
                        <a:t>Minimalistička (C fajl manji od 1000 LOC)</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372240">
                <a:tc>
                  <a:txBody>
                    <a:bodyPr lIns="90000" rIns="90000" anchor="t">
                      <a:noAutofit/>
                    </a:bodyPr>
                    <a:p>
                      <a:pPr algn="ctr">
                        <a:lnSpc>
                          <a:spcPct val="100000"/>
                        </a:lnSpc>
                        <a:buNone/>
                      </a:pPr>
                      <a:r>
                        <a:rPr b="0" lang="en-US" sz="1600" spc="-1" strike="noStrike">
                          <a:solidFill>
                            <a:srgbClr val="000000"/>
                          </a:solidFill>
                          <a:latin typeface="Times New Roman"/>
                        </a:rPr>
                        <a:t>nano</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nchor="t">
                      <a:noAutofit/>
                    </a:bodyPr>
                    <a:p>
                      <a:pPr algn="ctr">
                        <a:lnSpc>
                          <a:spcPct val="100000"/>
                        </a:lnSpc>
                        <a:buNone/>
                      </a:pPr>
                      <a:r>
                        <a:rPr b="0" lang="en-US" sz="1600" spc="-1" strike="noStrike">
                          <a:solidFill>
                            <a:srgbClr val="000000"/>
                          </a:solidFill>
                          <a:latin typeface="Times New Roman"/>
                        </a:rPr>
                        <a:t>Monolitna (C)</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72240">
                <a:tc>
                  <a:txBody>
                    <a:bodyPr lIns="90000" rIns="90000" anchor="t">
                      <a:noAutofit/>
                    </a:bodyPr>
                    <a:p>
                      <a:pPr algn="ctr">
                        <a:lnSpc>
                          <a:spcPct val="100000"/>
                        </a:lnSpc>
                        <a:buNone/>
                      </a:pPr>
                      <a:r>
                        <a:rPr b="0" lang="en-US" sz="1600" spc="-1" strike="noStrike">
                          <a:solidFill>
                            <a:srgbClr val="000000"/>
                          </a:solidFill>
                          <a:latin typeface="Times New Roman"/>
                        </a:rPr>
                        <a:t>vi</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t">
                      <a:noAutofit/>
                    </a:bodyPr>
                    <a:p>
                      <a:pPr algn="ctr">
                        <a:lnSpc>
                          <a:spcPct val="100000"/>
                        </a:lnSpc>
                        <a:buNone/>
                      </a:pPr>
                      <a:r>
                        <a:rPr b="0" lang="en-US" sz="1600" spc="-1" strike="noStrike">
                          <a:solidFill>
                            <a:srgbClr val="000000"/>
                          </a:solidFill>
                          <a:latin typeface="Times New Roman"/>
                        </a:rPr>
                        <a:t>Monolitna (istorijska C baza)</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372240">
                <a:tc>
                  <a:txBody>
                    <a:bodyPr lIns="90000" rIns="90000" anchor="t">
                      <a:noAutofit/>
                    </a:bodyPr>
                    <a:p>
                      <a:pPr algn="ctr">
                        <a:lnSpc>
                          <a:spcPct val="100000"/>
                        </a:lnSpc>
                        <a:buNone/>
                      </a:pPr>
                      <a:r>
                        <a:rPr b="0" lang="en-US" sz="1600" spc="-1" strike="noStrike">
                          <a:solidFill>
                            <a:srgbClr val="000000"/>
                          </a:solidFill>
                          <a:latin typeface="Times New Roman"/>
                        </a:rPr>
                        <a:t>vim</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nchor="t">
                      <a:noAutofit/>
                    </a:bodyPr>
                    <a:p>
                      <a:pPr algn="ctr">
                        <a:lnSpc>
                          <a:spcPct val="100000"/>
                        </a:lnSpc>
                        <a:buNone/>
                      </a:pPr>
                      <a:r>
                        <a:rPr b="0" lang="en-US" sz="1600" spc="-1" strike="noStrike">
                          <a:solidFill>
                            <a:srgbClr val="000000"/>
                          </a:solidFill>
                          <a:latin typeface="Times New Roman"/>
                        </a:rPr>
                        <a:t>Monolitna (kompleksna C baza)</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74040">
                <a:tc>
                  <a:txBody>
                    <a:bodyPr lIns="90000" rIns="90000" anchor="t">
                      <a:noAutofit/>
                    </a:bodyPr>
                    <a:p>
                      <a:pPr algn="ctr">
                        <a:lnSpc>
                          <a:spcPct val="100000"/>
                        </a:lnSpc>
                        <a:buNone/>
                      </a:pPr>
                      <a:r>
                        <a:rPr b="0" lang="en-US" sz="1600" spc="-1" strike="noStrike">
                          <a:solidFill>
                            <a:srgbClr val="000000"/>
                          </a:solidFill>
                          <a:latin typeface="Times New Roman"/>
                        </a:rPr>
                        <a:t>neovim</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t">
                      <a:noAutofit/>
                    </a:bodyPr>
                    <a:p>
                      <a:pPr algn="ctr">
                        <a:lnSpc>
                          <a:spcPct val="100000"/>
                        </a:lnSpc>
                        <a:buNone/>
                      </a:pPr>
                      <a:r>
                        <a:rPr b="0" lang="en-US" sz="1600" spc="-1" strike="noStrike">
                          <a:solidFill>
                            <a:srgbClr val="000000"/>
                          </a:solidFill>
                          <a:latin typeface="Times New Roman"/>
                        </a:rPr>
                        <a:t>Modularna, asinhrona (C i Lua)</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bl>
          </a:graphicData>
        </a:graphic>
      </p:graphicFrame>
      <p:sp>
        <p:nvSpPr>
          <p:cNvPr id="3" name="PlaceHolder 2"/>
          <p:cNvSpPr>
            <a:spLocks noGrp="1"/>
          </p:cNvSpPr>
          <p:nvPr>
            <p:ph type="sldNum" idx="8"/>
          </p:nvPr>
        </p:nvSpPr>
        <p:spPr/>
        <p:txBody>
          <a:bodyPr/>
          <a:p>
            <a:fld id="{C8CF897D-1771-46F2-8EC6-EC9C7FA46459}"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PlaceHolder 1"/>
          <p:cNvSpPr>
            <a:spLocks noGrp="1"/>
          </p:cNvSpPr>
          <p:nvPr>
            <p:ph type="title"/>
          </p:nvPr>
        </p:nvSpPr>
        <p:spPr>
          <a:xfrm>
            <a:off x="144000" y="72000"/>
            <a:ext cx="9536400" cy="644400"/>
          </a:xfrm>
          <a:prstGeom prst="rect">
            <a:avLst/>
          </a:prstGeom>
          <a:noFill/>
          <a:ln w="0">
            <a:noFill/>
          </a:ln>
        </p:spPr>
        <p:txBody>
          <a:bodyPr lIns="0" rIns="0" tIns="0" bIns="0" anchor="ctr">
            <a:noAutofit/>
          </a:bodyPr>
          <a:p>
            <a:pPr>
              <a:lnSpc>
                <a:spcPct val="100000"/>
              </a:lnSpc>
              <a:buNone/>
            </a:pPr>
            <a:r>
              <a:rPr b="0" lang="en-US" sz="2800" spc="-1" strike="noStrike">
                <a:solidFill>
                  <a:srgbClr val="ffffff"/>
                </a:solidFill>
                <a:latin typeface="Times New Roman"/>
              </a:rPr>
              <a:t>rwx editor u poređenju sa drugim terminal editorima</a:t>
            </a:r>
            <a:endParaRPr b="0" lang="en-US" sz="2800" spc="-1" strike="noStrike">
              <a:latin typeface="Arial"/>
            </a:endParaRPr>
          </a:p>
        </p:txBody>
      </p:sp>
      <p:graphicFrame>
        <p:nvGraphicFramePr>
          <p:cNvPr id="205" name=""/>
          <p:cNvGraphicFramePr/>
          <p:nvPr/>
        </p:nvGraphicFramePr>
        <p:xfrm>
          <a:off x="504000" y="1143000"/>
          <a:ext cx="8639640" cy="2607840"/>
        </p:xfrm>
        <a:graphic>
          <a:graphicData uri="http://schemas.openxmlformats.org/drawingml/2006/table">
            <a:tbl>
              <a:tblPr/>
              <a:tblGrid>
                <a:gridCol w="1251360"/>
                <a:gridCol w="7388640"/>
              </a:tblGrid>
              <a:tr h="372960">
                <a:tc>
                  <a:txBody>
                    <a:bodyPr lIns="90000" rIns="90000" anchor="t">
                      <a:noAutofit/>
                    </a:bodyPr>
                    <a:p>
                      <a:pPr algn="ctr">
                        <a:lnSpc>
                          <a:spcPct val="100000"/>
                        </a:lnSpc>
                        <a:buNone/>
                      </a:pPr>
                      <a:r>
                        <a:rPr b="1" lang="en-US" sz="1800" spc="-1" strike="noStrike" u="sng">
                          <a:solidFill>
                            <a:srgbClr val="000000"/>
                          </a:solidFill>
                          <a:uFillTx/>
                          <a:latin typeface="Times New Roman"/>
                        </a:rPr>
                        <a:t>Editor</a:t>
                      </a:r>
                      <a:endParaRPr b="0" lang="en-US" sz="18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lIns="90000" rIns="90000" anchor="t">
                      <a:noAutofit/>
                    </a:bodyPr>
                    <a:p>
                      <a:pPr algn="ctr">
                        <a:lnSpc>
                          <a:spcPct val="100000"/>
                        </a:lnSpc>
                        <a:buNone/>
                      </a:pPr>
                      <a:r>
                        <a:rPr b="1" lang="en-US" sz="1800" spc="-1" strike="noStrike" u="sng">
                          <a:solidFill>
                            <a:srgbClr val="000000"/>
                          </a:solidFill>
                          <a:uFillTx/>
                          <a:latin typeface="Times New Roman"/>
                        </a:rPr>
                        <a:t>Način konfigurisanja</a:t>
                      </a:r>
                      <a:endParaRPr b="0" lang="en-US" sz="18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372240">
                <a:tc>
                  <a:txBody>
                    <a:bodyPr lIns="90000" rIns="90000" anchor="t">
                      <a:noAutofit/>
                    </a:bodyPr>
                    <a:p>
                      <a:pPr algn="ctr">
                        <a:lnSpc>
                          <a:spcPct val="100000"/>
                        </a:lnSpc>
                        <a:buNone/>
                      </a:pPr>
                      <a:r>
                        <a:rPr b="0" lang="en-US" sz="1600" spc="-1" strike="noStrike">
                          <a:solidFill>
                            <a:srgbClr val="000000"/>
                          </a:solidFill>
                          <a:latin typeface="Times New Roman"/>
                        </a:rPr>
                        <a:t>rwx</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nchor="t">
                      <a:noAutofit/>
                    </a:bodyPr>
                    <a:p>
                      <a:pPr algn="ctr">
                        <a:lnSpc>
                          <a:spcPct val="100000"/>
                        </a:lnSpc>
                        <a:buNone/>
                      </a:pPr>
                      <a:r>
                        <a:rPr b="0" lang="en-US" sz="1600" spc="-1" strike="noStrike">
                          <a:solidFill>
                            <a:srgbClr val="000000"/>
                          </a:solidFill>
                          <a:latin typeface="Times New Roman"/>
                        </a:rPr>
                        <a:t>Zakrpama ili direktnom modifikacijom izvornog koda</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72240">
                <a:tc>
                  <a:txBody>
                    <a:bodyPr lIns="90000" rIns="90000" anchor="t">
                      <a:noAutofit/>
                    </a:bodyPr>
                    <a:p>
                      <a:pPr algn="ctr">
                        <a:lnSpc>
                          <a:spcPct val="100000"/>
                        </a:lnSpc>
                        <a:buNone/>
                      </a:pPr>
                      <a:r>
                        <a:rPr b="0" lang="en-US" sz="1600" spc="-1" strike="noStrike">
                          <a:solidFill>
                            <a:srgbClr val="000000"/>
                          </a:solidFill>
                          <a:latin typeface="Times New Roman"/>
                        </a:rPr>
                        <a:t>kilo</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t">
                      <a:noAutofit/>
                    </a:bodyPr>
                    <a:p>
                      <a:pPr algn="ctr">
                        <a:lnSpc>
                          <a:spcPct val="100000"/>
                        </a:lnSpc>
                        <a:buNone/>
                      </a:pPr>
                      <a:r>
                        <a:rPr b="0" lang="en-US" sz="1600" spc="-1" strike="noStrike">
                          <a:solidFill>
                            <a:srgbClr val="000000"/>
                          </a:solidFill>
                          <a:latin typeface="Times New Roman"/>
                        </a:rPr>
                        <a:t>Direktnom modifikacijom izvornog koda</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372240">
                <a:tc>
                  <a:txBody>
                    <a:bodyPr lIns="90000" rIns="90000" anchor="t">
                      <a:noAutofit/>
                    </a:bodyPr>
                    <a:p>
                      <a:pPr algn="ctr">
                        <a:lnSpc>
                          <a:spcPct val="100000"/>
                        </a:lnSpc>
                        <a:buNone/>
                      </a:pPr>
                      <a:r>
                        <a:rPr b="0" lang="en-US" sz="1600" spc="-1" strike="noStrike">
                          <a:solidFill>
                            <a:srgbClr val="000000"/>
                          </a:solidFill>
                          <a:latin typeface="Times New Roman"/>
                        </a:rPr>
                        <a:t>nano</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nchor="t">
                      <a:noAutofit/>
                    </a:bodyPr>
                    <a:p>
                      <a:pPr algn="ctr">
                        <a:lnSpc>
                          <a:spcPct val="100000"/>
                        </a:lnSpc>
                        <a:buNone/>
                      </a:pPr>
                      <a:r>
                        <a:rPr b="0" lang="en-US" sz="1600" spc="-1" strike="noStrike">
                          <a:solidFill>
                            <a:srgbClr val="000000"/>
                          </a:solidFill>
                          <a:latin typeface="Times New Roman"/>
                        </a:rPr>
                        <a:t>Eksterni fajl (.nanorc)</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72240">
                <a:tc>
                  <a:txBody>
                    <a:bodyPr lIns="90000" rIns="90000" anchor="t">
                      <a:noAutofit/>
                    </a:bodyPr>
                    <a:p>
                      <a:pPr algn="ctr">
                        <a:lnSpc>
                          <a:spcPct val="100000"/>
                        </a:lnSpc>
                        <a:buNone/>
                      </a:pPr>
                      <a:r>
                        <a:rPr b="0" lang="en-US" sz="1600" spc="-1" strike="noStrike">
                          <a:solidFill>
                            <a:srgbClr val="000000"/>
                          </a:solidFill>
                          <a:latin typeface="Times New Roman"/>
                        </a:rPr>
                        <a:t>vi</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t">
                      <a:noAutofit/>
                    </a:bodyPr>
                    <a:p>
                      <a:pPr algn="ctr">
                        <a:lnSpc>
                          <a:spcPct val="100000"/>
                        </a:lnSpc>
                        <a:buNone/>
                      </a:pPr>
                      <a:r>
                        <a:rPr b="0" lang="en-US" sz="1600" spc="-1" strike="noStrike">
                          <a:solidFill>
                            <a:srgbClr val="000000"/>
                          </a:solidFill>
                          <a:latin typeface="Times New Roman"/>
                        </a:rPr>
                        <a:t>Eksterni fajl (.exrc)</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372240">
                <a:tc>
                  <a:txBody>
                    <a:bodyPr lIns="90000" rIns="90000" anchor="t">
                      <a:noAutofit/>
                    </a:bodyPr>
                    <a:p>
                      <a:pPr algn="ctr">
                        <a:lnSpc>
                          <a:spcPct val="100000"/>
                        </a:lnSpc>
                        <a:buNone/>
                      </a:pPr>
                      <a:r>
                        <a:rPr b="0" lang="en-US" sz="1600" spc="-1" strike="noStrike">
                          <a:solidFill>
                            <a:srgbClr val="000000"/>
                          </a:solidFill>
                          <a:latin typeface="Times New Roman"/>
                        </a:rPr>
                        <a:t>vim</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nchor="t">
                      <a:noAutofit/>
                    </a:bodyPr>
                    <a:p>
                      <a:pPr algn="ctr">
                        <a:lnSpc>
                          <a:spcPct val="100000"/>
                        </a:lnSpc>
                        <a:buNone/>
                      </a:pPr>
                      <a:r>
                        <a:rPr b="0" lang="en-US" sz="1600" spc="-1" strike="noStrike">
                          <a:solidFill>
                            <a:srgbClr val="000000"/>
                          </a:solidFill>
                          <a:latin typeface="Times New Roman"/>
                        </a:rPr>
                        <a:t>Eksterni fajl (.vimrc), Vimscript</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74040">
                <a:tc>
                  <a:txBody>
                    <a:bodyPr lIns="90000" rIns="90000" anchor="t">
                      <a:noAutofit/>
                    </a:bodyPr>
                    <a:p>
                      <a:pPr algn="ctr">
                        <a:lnSpc>
                          <a:spcPct val="100000"/>
                        </a:lnSpc>
                        <a:buNone/>
                      </a:pPr>
                      <a:r>
                        <a:rPr b="0" lang="en-US" sz="1600" spc="-1" strike="noStrike">
                          <a:solidFill>
                            <a:srgbClr val="000000"/>
                          </a:solidFill>
                          <a:latin typeface="Times New Roman"/>
                        </a:rPr>
                        <a:t>neovim</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t">
                      <a:noAutofit/>
                    </a:bodyPr>
                    <a:p>
                      <a:pPr algn="ctr">
                        <a:lnSpc>
                          <a:spcPct val="100000"/>
                        </a:lnSpc>
                        <a:buNone/>
                      </a:pPr>
                      <a:r>
                        <a:rPr b="0" lang="en-US" sz="1600" spc="-1" strike="noStrike">
                          <a:solidFill>
                            <a:srgbClr val="000000"/>
                          </a:solidFill>
                          <a:latin typeface="Times New Roman"/>
                        </a:rPr>
                        <a:t>Eksterni fajlovi (Lua i Vimscript)</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bl>
          </a:graphicData>
        </a:graphic>
      </p:graphicFrame>
      <p:sp>
        <p:nvSpPr>
          <p:cNvPr id="3" name="PlaceHolder 2"/>
          <p:cNvSpPr>
            <a:spLocks noGrp="1"/>
          </p:cNvSpPr>
          <p:nvPr>
            <p:ph type="sldNum" idx="8"/>
          </p:nvPr>
        </p:nvSpPr>
        <p:spPr/>
        <p:txBody>
          <a:bodyPr/>
          <a:p>
            <a:fld id="{FDBE0F92-23A5-4B4A-8783-791C0DC6FD62}"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144000" y="72000"/>
            <a:ext cx="9536400" cy="644400"/>
          </a:xfrm>
          <a:prstGeom prst="rect">
            <a:avLst/>
          </a:prstGeom>
          <a:noFill/>
          <a:ln w="0">
            <a:noFill/>
          </a:ln>
        </p:spPr>
        <p:txBody>
          <a:bodyPr lIns="0" rIns="0" tIns="0" bIns="0" anchor="ctr">
            <a:noAutofit/>
          </a:bodyPr>
          <a:p>
            <a:pPr>
              <a:lnSpc>
                <a:spcPct val="100000"/>
              </a:lnSpc>
              <a:buNone/>
            </a:pPr>
            <a:r>
              <a:rPr b="0" lang="en-US" sz="2800" spc="-1" strike="noStrike">
                <a:solidFill>
                  <a:srgbClr val="ffffff"/>
                </a:solidFill>
                <a:latin typeface="Times New Roman"/>
              </a:rPr>
              <a:t>rwx editor u poređenju sa drugim terminal editorima</a:t>
            </a:r>
            <a:endParaRPr b="0" lang="en-US" sz="2800" spc="-1" strike="noStrike">
              <a:latin typeface="Arial"/>
            </a:endParaRPr>
          </a:p>
        </p:txBody>
      </p:sp>
      <p:graphicFrame>
        <p:nvGraphicFramePr>
          <p:cNvPr id="207" name=""/>
          <p:cNvGraphicFramePr/>
          <p:nvPr/>
        </p:nvGraphicFramePr>
        <p:xfrm>
          <a:off x="504000" y="1143000"/>
          <a:ext cx="8639640" cy="2607840"/>
        </p:xfrm>
        <a:graphic>
          <a:graphicData uri="http://schemas.openxmlformats.org/drawingml/2006/table">
            <a:tbl>
              <a:tblPr/>
              <a:tblGrid>
                <a:gridCol w="1251360"/>
                <a:gridCol w="7388640"/>
              </a:tblGrid>
              <a:tr h="372960">
                <a:tc>
                  <a:txBody>
                    <a:bodyPr lIns="90000" rIns="90000" anchor="t">
                      <a:noAutofit/>
                    </a:bodyPr>
                    <a:p>
                      <a:pPr algn="ctr">
                        <a:lnSpc>
                          <a:spcPct val="100000"/>
                        </a:lnSpc>
                        <a:buNone/>
                      </a:pPr>
                      <a:r>
                        <a:rPr b="1" lang="en-US" sz="1800" spc="-1" strike="noStrike" u="sng">
                          <a:solidFill>
                            <a:srgbClr val="000000"/>
                          </a:solidFill>
                          <a:uFillTx/>
                          <a:latin typeface="Times New Roman"/>
                        </a:rPr>
                        <a:t>Editor</a:t>
                      </a:r>
                      <a:endParaRPr b="0" lang="en-US" sz="18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lIns="90000" rIns="90000" anchor="t">
                      <a:noAutofit/>
                    </a:bodyPr>
                    <a:p>
                      <a:pPr algn="ctr">
                        <a:lnSpc>
                          <a:spcPct val="100000"/>
                        </a:lnSpc>
                        <a:buNone/>
                      </a:pPr>
                      <a:r>
                        <a:rPr b="1" lang="en-US" sz="1800" spc="-1" strike="noStrike" u="sng">
                          <a:solidFill>
                            <a:srgbClr val="000000"/>
                          </a:solidFill>
                          <a:uFillTx/>
                          <a:latin typeface="Times New Roman"/>
                        </a:rPr>
                        <a:t>Sistemi proširivanja</a:t>
                      </a:r>
                      <a:endParaRPr b="0" lang="en-US" sz="18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372240">
                <a:tc>
                  <a:txBody>
                    <a:bodyPr lIns="90000" rIns="90000" anchor="t">
                      <a:noAutofit/>
                    </a:bodyPr>
                    <a:p>
                      <a:pPr algn="ctr">
                        <a:lnSpc>
                          <a:spcPct val="100000"/>
                        </a:lnSpc>
                        <a:buNone/>
                      </a:pPr>
                      <a:r>
                        <a:rPr b="0" lang="en-US" sz="1600" spc="-1" strike="noStrike">
                          <a:solidFill>
                            <a:srgbClr val="000000"/>
                          </a:solidFill>
                          <a:latin typeface="Times New Roman"/>
                        </a:rPr>
                        <a:t>rwx</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nchor="t">
                      <a:noAutofit/>
                    </a:bodyPr>
                    <a:p>
                      <a:pPr algn="ctr">
                        <a:lnSpc>
                          <a:spcPct val="100000"/>
                        </a:lnSpc>
                        <a:buNone/>
                      </a:pPr>
                      <a:r>
                        <a:rPr b="0" lang="en-US" sz="1600" spc="-1" strike="noStrike">
                          <a:solidFill>
                            <a:srgbClr val="000000"/>
                          </a:solidFill>
                          <a:latin typeface="Times New Roman"/>
                        </a:rPr>
                        <a:t>Mehanizam zakrpa</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72240">
                <a:tc>
                  <a:txBody>
                    <a:bodyPr lIns="90000" rIns="90000" anchor="t">
                      <a:noAutofit/>
                    </a:bodyPr>
                    <a:p>
                      <a:pPr algn="ctr">
                        <a:lnSpc>
                          <a:spcPct val="100000"/>
                        </a:lnSpc>
                        <a:buNone/>
                      </a:pPr>
                      <a:r>
                        <a:rPr b="0" lang="en-US" sz="1600" spc="-1" strike="noStrike">
                          <a:solidFill>
                            <a:srgbClr val="000000"/>
                          </a:solidFill>
                          <a:latin typeface="Times New Roman"/>
                        </a:rPr>
                        <a:t>kilo</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t">
                      <a:noAutofit/>
                    </a:bodyPr>
                    <a:p>
                      <a:pPr algn="ctr">
                        <a:lnSpc>
                          <a:spcPct val="100000"/>
                        </a:lnSpc>
                        <a:buNone/>
                      </a:pPr>
                      <a:r>
                        <a:rPr b="0" lang="en-US" sz="1600" spc="-1" strike="noStrike">
                          <a:solidFill>
                            <a:srgbClr val="000000"/>
                          </a:solidFill>
                          <a:latin typeface="Times New Roman"/>
                        </a:rPr>
                        <a:t>Nema (ručne modifikacije izvornog koda)</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372240">
                <a:tc>
                  <a:txBody>
                    <a:bodyPr lIns="90000" rIns="90000" anchor="t">
                      <a:noAutofit/>
                    </a:bodyPr>
                    <a:p>
                      <a:pPr algn="ctr">
                        <a:lnSpc>
                          <a:spcPct val="100000"/>
                        </a:lnSpc>
                        <a:buNone/>
                      </a:pPr>
                      <a:r>
                        <a:rPr b="0" lang="en-US" sz="1600" spc="-1" strike="noStrike">
                          <a:solidFill>
                            <a:srgbClr val="000000"/>
                          </a:solidFill>
                          <a:latin typeface="Times New Roman"/>
                        </a:rPr>
                        <a:t>nano</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nchor="t">
                      <a:noAutofit/>
                    </a:bodyPr>
                    <a:p>
                      <a:pPr algn="ctr">
                        <a:lnSpc>
                          <a:spcPct val="100000"/>
                        </a:lnSpc>
                        <a:buNone/>
                      </a:pPr>
                      <a:r>
                        <a:rPr b="0" lang="en-US" sz="1600" spc="-1" strike="noStrike">
                          <a:solidFill>
                            <a:srgbClr val="000000"/>
                          </a:solidFill>
                          <a:latin typeface="Times New Roman"/>
                        </a:rPr>
                        <a:t>Nema</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72240">
                <a:tc>
                  <a:txBody>
                    <a:bodyPr lIns="90000" rIns="90000" anchor="t">
                      <a:noAutofit/>
                    </a:bodyPr>
                    <a:p>
                      <a:pPr algn="ctr">
                        <a:lnSpc>
                          <a:spcPct val="100000"/>
                        </a:lnSpc>
                        <a:buNone/>
                      </a:pPr>
                      <a:r>
                        <a:rPr b="0" lang="en-US" sz="1600" spc="-1" strike="noStrike">
                          <a:solidFill>
                            <a:srgbClr val="000000"/>
                          </a:solidFill>
                          <a:latin typeface="Times New Roman"/>
                        </a:rPr>
                        <a:t>vi</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t">
                      <a:noAutofit/>
                    </a:bodyPr>
                    <a:p>
                      <a:pPr algn="ctr">
                        <a:lnSpc>
                          <a:spcPct val="100000"/>
                        </a:lnSpc>
                        <a:buNone/>
                      </a:pPr>
                      <a:r>
                        <a:rPr b="0" lang="en-US" sz="1600" spc="-1" strike="noStrike">
                          <a:solidFill>
                            <a:srgbClr val="000000"/>
                          </a:solidFill>
                          <a:latin typeface="Times New Roman"/>
                        </a:rPr>
                        <a:t>Nema</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372240">
                <a:tc>
                  <a:txBody>
                    <a:bodyPr lIns="90000" rIns="90000" anchor="t">
                      <a:noAutofit/>
                    </a:bodyPr>
                    <a:p>
                      <a:pPr algn="ctr">
                        <a:lnSpc>
                          <a:spcPct val="100000"/>
                        </a:lnSpc>
                        <a:buNone/>
                      </a:pPr>
                      <a:r>
                        <a:rPr b="0" lang="en-US" sz="1600" spc="-1" strike="noStrike">
                          <a:solidFill>
                            <a:srgbClr val="000000"/>
                          </a:solidFill>
                          <a:latin typeface="Times New Roman"/>
                        </a:rPr>
                        <a:t>vim</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nchor="t">
                      <a:noAutofit/>
                    </a:bodyPr>
                    <a:p>
                      <a:pPr algn="ctr">
                        <a:lnSpc>
                          <a:spcPct val="100000"/>
                        </a:lnSpc>
                        <a:buNone/>
                      </a:pPr>
                      <a:r>
                        <a:rPr b="0" lang="en-US" sz="1600" spc="-1" strike="noStrike">
                          <a:solidFill>
                            <a:srgbClr val="000000"/>
                          </a:solidFill>
                          <a:latin typeface="Times New Roman"/>
                        </a:rPr>
                        <a:t>Dinamički plugin ekosistem (Vimscript)</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74040">
                <a:tc>
                  <a:txBody>
                    <a:bodyPr lIns="90000" rIns="90000" anchor="t">
                      <a:noAutofit/>
                    </a:bodyPr>
                    <a:p>
                      <a:pPr algn="ctr">
                        <a:lnSpc>
                          <a:spcPct val="100000"/>
                        </a:lnSpc>
                        <a:buNone/>
                      </a:pPr>
                      <a:r>
                        <a:rPr b="0" lang="en-US" sz="1600" spc="-1" strike="noStrike">
                          <a:solidFill>
                            <a:srgbClr val="000000"/>
                          </a:solidFill>
                          <a:latin typeface="Times New Roman"/>
                        </a:rPr>
                        <a:t>neovim</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t">
                      <a:noAutofit/>
                    </a:bodyPr>
                    <a:p>
                      <a:pPr algn="ctr">
                        <a:lnSpc>
                          <a:spcPct val="100000"/>
                        </a:lnSpc>
                        <a:buNone/>
                      </a:pPr>
                      <a:r>
                        <a:rPr b="0" lang="en-US" sz="1600" spc="-1" strike="noStrike">
                          <a:solidFill>
                            <a:srgbClr val="000000"/>
                          </a:solidFill>
                          <a:latin typeface="Times New Roman"/>
                        </a:rPr>
                        <a:t>Dinamički plugin ekosistem (Lua API)</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bl>
          </a:graphicData>
        </a:graphic>
      </p:graphicFrame>
      <p:sp>
        <p:nvSpPr>
          <p:cNvPr id="3" name="PlaceHolder 2"/>
          <p:cNvSpPr>
            <a:spLocks noGrp="1"/>
          </p:cNvSpPr>
          <p:nvPr>
            <p:ph type="sldNum" idx="8"/>
          </p:nvPr>
        </p:nvSpPr>
        <p:spPr/>
        <p:txBody>
          <a:bodyPr/>
          <a:p>
            <a:fld id="{BDDE97FE-017D-4CA7-B7A0-211DD829181B}"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title"/>
          </p:nvPr>
        </p:nvSpPr>
        <p:spPr>
          <a:xfrm>
            <a:off x="144000" y="72000"/>
            <a:ext cx="9536400" cy="644400"/>
          </a:xfrm>
          <a:prstGeom prst="rect">
            <a:avLst/>
          </a:prstGeom>
          <a:noFill/>
          <a:ln w="0">
            <a:noFill/>
          </a:ln>
        </p:spPr>
        <p:txBody>
          <a:bodyPr lIns="0" rIns="0" tIns="0" bIns="0" anchor="ctr">
            <a:noAutofit/>
          </a:bodyPr>
          <a:p>
            <a:pPr>
              <a:lnSpc>
                <a:spcPct val="100000"/>
              </a:lnSpc>
              <a:buNone/>
            </a:pPr>
            <a:r>
              <a:rPr b="0" lang="en-US" sz="2800" spc="-1" strike="noStrike">
                <a:solidFill>
                  <a:srgbClr val="ffffff"/>
                </a:solidFill>
                <a:latin typeface="Times New Roman"/>
              </a:rPr>
              <a:t>rwx editor u poređenju sa drugim terminal editorima</a:t>
            </a:r>
            <a:endParaRPr b="0" lang="en-US" sz="2800" spc="-1" strike="noStrike">
              <a:latin typeface="Arial"/>
            </a:endParaRPr>
          </a:p>
        </p:txBody>
      </p:sp>
      <p:graphicFrame>
        <p:nvGraphicFramePr>
          <p:cNvPr id="209" name=""/>
          <p:cNvGraphicFramePr/>
          <p:nvPr/>
        </p:nvGraphicFramePr>
        <p:xfrm>
          <a:off x="504000" y="1143000"/>
          <a:ext cx="8639640" cy="2607840"/>
        </p:xfrm>
        <a:graphic>
          <a:graphicData uri="http://schemas.openxmlformats.org/drawingml/2006/table">
            <a:tbl>
              <a:tblPr/>
              <a:tblGrid>
                <a:gridCol w="1251360"/>
                <a:gridCol w="7388640"/>
              </a:tblGrid>
              <a:tr h="372960">
                <a:tc>
                  <a:txBody>
                    <a:bodyPr lIns="90000" rIns="90000" anchor="t">
                      <a:noAutofit/>
                    </a:bodyPr>
                    <a:p>
                      <a:pPr algn="ctr">
                        <a:lnSpc>
                          <a:spcPct val="100000"/>
                        </a:lnSpc>
                        <a:buNone/>
                      </a:pPr>
                      <a:r>
                        <a:rPr b="1" lang="en-US" sz="1800" spc="-1" strike="noStrike" u="sng">
                          <a:solidFill>
                            <a:srgbClr val="000000"/>
                          </a:solidFill>
                          <a:uFillTx/>
                          <a:latin typeface="Times New Roman"/>
                        </a:rPr>
                        <a:t>Editor</a:t>
                      </a:r>
                      <a:endParaRPr b="0" lang="en-US" sz="18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lIns="90000" rIns="90000" anchor="t">
                      <a:noAutofit/>
                    </a:bodyPr>
                    <a:p>
                      <a:pPr algn="ctr">
                        <a:lnSpc>
                          <a:spcPct val="100000"/>
                        </a:lnSpc>
                        <a:buNone/>
                      </a:pPr>
                      <a:r>
                        <a:rPr b="1" lang="en-US" sz="1800" spc="-1" strike="noStrike" u="sng">
                          <a:solidFill>
                            <a:srgbClr val="000000"/>
                          </a:solidFill>
                          <a:uFillTx/>
                          <a:latin typeface="Times New Roman"/>
                        </a:rPr>
                        <a:t>Zavisi od</a:t>
                      </a:r>
                      <a:endParaRPr b="0" lang="en-US" sz="18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372240">
                <a:tc>
                  <a:txBody>
                    <a:bodyPr lIns="90000" rIns="90000" anchor="t">
                      <a:noAutofit/>
                    </a:bodyPr>
                    <a:p>
                      <a:pPr algn="ctr">
                        <a:lnSpc>
                          <a:spcPct val="100000"/>
                        </a:lnSpc>
                        <a:buNone/>
                      </a:pPr>
                      <a:r>
                        <a:rPr b="0" lang="en-US" sz="1600" spc="-1" strike="noStrike">
                          <a:solidFill>
                            <a:srgbClr val="000000"/>
                          </a:solidFill>
                          <a:latin typeface="Times New Roman"/>
                        </a:rPr>
                        <a:t>rwx</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nchor="t">
                      <a:noAutofit/>
                    </a:bodyPr>
                    <a:p>
                      <a:pPr algn="ctr">
                        <a:lnSpc>
                          <a:spcPct val="100000"/>
                        </a:lnSpc>
                        <a:buNone/>
                      </a:pPr>
                      <a:r>
                        <a:rPr b="0" lang="en-US" sz="1600" spc="-1" strike="noStrike">
                          <a:solidFill>
                            <a:srgbClr val="000000"/>
                          </a:solidFill>
                          <a:latin typeface="Times New Roman"/>
                        </a:rPr>
                        <a:t>Isključivo standardna C biblioteka</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72240">
                <a:tc>
                  <a:txBody>
                    <a:bodyPr lIns="90000" rIns="90000" anchor="t">
                      <a:noAutofit/>
                    </a:bodyPr>
                    <a:p>
                      <a:pPr algn="ctr">
                        <a:lnSpc>
                          <a:spcPct val="100000"/>
                        </a:lnSpc>
                        <a:buNone/>
                      </a:pPr>
                      <a:r>
                        <a:rPr b="0" lang="en-US" sz="1600" spc="-1" strike="noStrike">
                          <a:solidFill>
                            <a:srgbClr val="000000"/>
                          </a:solidFill>
                          <a:latin typeface="Times New Roman"/>
                        </a:rPr>
                        <a:t>kilo</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t">
                      <a:noAutofit/>
                    </a:bodyPr>
                    <a:p>
                      <a:pPr algn="ctr">
                        <a:lnSpc>
                          <a:spcPct val="100000"/>
                        </a:lnSpc>
                        <a:buNone/>
                      </a:pPr>
                      <a:r>
                        <a:rPr b="0" lang="en-US" sz="1600" spc="-1" strike="noStrike">
                          <a:solidFill>
                            <a:srgbClr val="000000"/>
                          </a:solidFill>
                          <a:latin typeface="Times New Roman"/>
                        </a:rPr>
                        <a:t>Isključivo standardna C biblioteka</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372240">
                <a:tc>
                  <a:txBody>
                    <a:bodyPr lIns="90000" rIns="90000" anchor="t">
                      <a:noAutofit/>
                    </a:bodyPr>
                    <a:p>
                      <a:pPr algn="ctr">
                        <a:lnSpc>
                          <a:spcPct val="100000"/>
                        </a:lnSpc>
                        <a:buNone/>
                      </a:pPr>
                      <a:r>
                        <a:rPr b="0" lang="en-US" sz="1600" spc="-1" strike="noStrike">
                          <a:solidFill>
                            <a:srgbClr val="000000"/>
                          </a:solidFill>
                          <a:latin typeface="Times New Roman"/>
                        </a:rPr>
                        <a:t>nano</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nchor="t">
                      <a:noAutofit/>
                    </a:bodyPr>
                    <a:p>
                      <a:pPr algn="ctr">
                        <a:lnSpc>
                          <a:spcPct val="100000"/>
                        </a:lnSpc>
                        <a:buNone/>
                      </a:pPr>
                      <a:r>
                        <a:rPr b="0" lang="en-US" sz="1600" spc="-1" strike="noStrike">
                          <a:solidFill>
                            <a:srgbClr val="000000"/>
                          </a:solidFill>
                          <a:latin typeface="Times New Roman"/>
                        </a:rPr>
                        <a:t>ncurses</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72240">
                <a:tc>
                  <a:txBody>
                    <a:bodyPr lIns="90000" rIns="90000" anchor="t">
                      <a:noAutofit/>
                    </a:bodyPr>
                    <a:p>
                      <a:pPr algn="ctr">
                        <a:lnSpc>
                          <a:spcPct val="100000"/>
                        </a:lnSpc>
                        <a:buNone/>
                      </a:pPr>
                      <a:r>
                        <a:rPr b="0" lang="en-US" sz="1600" spc="-1" strike="noStrike">
                          <a:solidFill>
                            <a:srgbClr val="000000"/>
                          </a:solidFill>
                          <a:latin typeface="Times New Roman"/>
                        </a:rPr>
                        <a:t>vi</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t">
                      <a:noAutofit/>
                    </a:bodyPr>
                    <a:p>
                      <a:pPr algn="ctr">
                        <a:lnSpc>
                          <a:spcPct val="100000"/>
                        </a:lnSpc>
                        <a:buNone/>
                      </a:pPr>
                      <a:r>
                        <a:rPr b="0" lang="en-US" sz="1600" spc="-1" strike="noStrike">
                          <a:solidFill>
                            <a:srgbClr val="000000"/>
                          </a:solidFill>
                          <a:latin typeface="Times New Roman"/>
                        </a:rPr>
                        <a:t>Standardne POSIX biblioteke</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372240">
                <a:tc>
                  <a:txBody>
                    <a:bodyPr lIns="90000" rIns="90000" anchor="t">
                      <a:noAutofit/>
                    </a:bodyPr>
                    <a:p>
                      <a:pPr algn="ctr">
                        <a:lnSpc>
                          <a:spcPct val="100000"/>
                        </a:lnSpc>
                        <a:buNone/>
                      </a:pPr>
                      <a:r>
                        <a:rPr b="0" lang="en-US" sz="1600" spc="-1" strike="noStrike">
                          <a:solidFill>
                            <a:srgbClr val="000000"/>
                          </a:solidFill>
                          <a:latin typeface="Times New Roman"/>
                        </a:rPr>
                        <a:t>vim</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nchor="t">
                      <a:noAutofit/>
                    </a:bodyPr>
                    <a:p>
                      <a:pPr algn="ctr">
                        <a:lnSpc>
                          <a:spcPct val="100000"/>
                        </a:lnSpc>
                        <a:buNone/>
                      </a:pPr>
                      <a:r>
                        <a:rPr b="0" lang="en-US" sz="1600" spc="-1" strike="noStrike">
                          <a:solidFill>
                            <a:srgbClr val="000000"/>
                          </a:solidFill>
                          <a:latin typeface="Times New Roman"/>
                        </a:rPr>
                        <a:t>Brojne eksterne biblioteke i parseri</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74040">
                <a:tc>
                  <a:txBody>
                    <a:bodyPr lIns="90000" rIns="90000" anchor="t">
                      <a:noAutofit/>
                    </a:bodyPr>
                    <a:p>
                      <a:pPr algn="ctr">
                        <a:lnSpc>
                          <a:spcPct val="100000"/>
                        </a:lnSpc>
                        <a:buNone/>
                      </a:pPr>
                      <a:r>
                        <a:rPr b="0" lang="en-US" sz="1600" spc="-1" strike="noStrike">
                          <a:solidFill>
                            <a:srgbClr val="000000"/>
                          </a:solidFill>
                          <a:latin typeface="Times New Roman"/>
                        </a:rPr>
                        <a:t>neovim</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t">
                      <a:noAutofit/>
                    </a:bodyPr>
                    <a:p>
                      <a:pPr algn="ctr">
                        <a:lnSpc>
                          <a:spcPct val="100000"/>
                        </a:lnSpc>
                        <a:buNone/>
                      </a:pPr>
                      <a:r>
                        <a:rPr b="0" lang="en-US" sz="1600" spc="-1" strike="noStrike">
                          <a:solidFill>
                            <a:srgbClr val="000000"/>
                          </a:solidFill>
                          <a:latin typeface="Times New Roman"/>
                        </a:rPr>
                        <a:t>Brojne eksterne biblioteke i parseri</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bl>
          </a:graphicData>
        </a:graphic>
      </p:graphicFrame>
      <p:sp>
        <p:nvSpPr>
          <p:cNvPr id="3" name="PlaceHolder 2"/>
          <p:cNvSpPr>
            <a:spLocks noGrp="1"/>
          </p:cNvSpPr>
          <p:nvPr>
            <p:ph type="sldNum" idx="8"/>
          </p:nvPr>
        </p:nvSpPr>
        <p:spPr/>
        <p:txBody>
          <a:bodyPr/>
          <a:p>
            <a:fld id="{2C460BE1-49A7-4D21-9242-53B7E8B6C852}"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title"/>
          </p:nvPr>
        </p:nvSpPr>
        <p:spPr>
          <a:xfrm>
            <a:off x="144000" y="72000"/>
            <a:ext cx="9536400" cy="644400"/>
          </a:xfrm>
          <a:prstGeom prst="rect">
            <a:avLst/>
          </a:prstGeom>
          <a:noFill/>
          <a:ln w="0">
            <a:noFill/>
          </a:ln>
        </p:spPr>
        <p:txBody>
          <a:bodyPr lIns="0" rIns="0" tIns="0" bIns="0" anchor="ctr">
            <a:noAutofit/>
          </a:bodyPr>
          <a:p>
            <a:pPr>
              <a:lnSpc>
                <a:spcPct val="100000"/>
              </a:lnSpc>
              <a:buNone/>
            </a:pPr>
            <a:r>
              <a:rPr b="0" lang="en-US" sz="2800" spc="-1" strike="noStrike">
                <a:solidFill>
                  <a:srgbClr val="ffffff"/>
                </a:solidFill>
                <a:latin typeface="Times New Roman"/>
              </a:rPr>
              <a:t>Analiza i komparativni prikaz postojećih terminalskih editora</a:t>
            </a:r>
            <a:endParaRPr b="0" lang="en-US" sz="2800" spc="-1" strike="noStrike">
              <a:latin typeface="Arial"/>
            </a:endParaRPr>
          </a:p>
        </p:txBody>
      </p:sp>
      <p:sp>
        <p:nvSpPr>
          <p:cNvPr id="211" name="PlaceHolder 2"/>
          <p:cNvSpPr>
            <a:spLocks noGrp="1"/>
          </p:cNvSpPr>
          <p:nvPr>
            <p:ph/>
          </p:nvPr>
        </p:nvSpPr>
        <p:spPr>
          <a:xfrm>
            <a:off x="504000" y="1143000"/>
            <a:ext cx="8636400" cy="3197520"/>
          </a:xfrm>
          <a:prstGeom prst="rect">
            <a:avLst/>
          </a:prstGeom>
          <a:noFill/>
          <a:ln w="0">
            <a:noFill/>
          </a:ln>
        </p:spPr>
        <p:txBody>
          <a:bodyPr lIns="0" rIns="0" tIns="0" bIns="0" anchor="t">
            <a:normAutofit/>
          </a:bodyPr>
          <a:p>
            <a:pPr algn="just">
              <a:lnSpc>
                <a:spcPct val="100000"/>
              </a:lnSpc>
              <a:spcBef>
                <a:spcPts val="1417"/>
              </a:spcBef>
              <a:buNone/>
            </a:pPr>
            <a:r>
              <a:rPr b="0" lang="en-US" sz="1600" spc="-1" strike="noStrike">
                <a:solidFill>
                  <a:srgbClr val="ffffff"/>
                </a:solidFill>
                <a:latin typeface="Times New Roman"/>
              </a:rPr>
              <a:t>Sa jedne strane imamo programe poput neovima koji teže maksimalnoj proširivosti po cenu kompleksnosti i veličini koda, dok s druge strane imamo edukativne alate poput kilo editora koji su ekstremno minimalni, ali nepraktični za svakodnevni rad. Razvoj editora rwx popunjava prazninu između ove dve krajnosti. Rwx zadržava nultu zavisnost od eksternih biblioteka i čistoću koda po uzoru na kilo, ali implementira robustan i čist mehanizam proširivanja inspirisan suckless filozofijom, omogućavajući korisniku da zadrži potpunu kontrolu nad funkcijama koje editor poseduje.</a:t>
            </a:r>
            <a:endParaRPr b="0" lang="en-US" sz="1600" spc="-1" strike="noStrike">
              <a:latin typeface="Arial"/>
            </a:endParaRPr>
          </a:p>
        </p:txBody>
      </p:sp>
      <p:sp>
        <p:nvSpPr>
          <p:cNvPr id="212" name=""/>
          <p:cNvSpPr/>
          <p:nvPr/>
        </p:nvSpPr>
        <p:spPr>
          <a:xfrm>
            <a:off x="685800" y="4343400"/>
            <a:ext cx="3425400" cy="342720"/>
          </a:xfrm>
          <a:prstGeom prst="rect">
            <a:avLst/>
          </a:prstGeom>
          <a:noFill/>
          <a:ln w="10800">
            <a:noFill/>
          </a:ln>
        </p:spPr>
        <p:style>
          <a:lnRef idx="0"/>
          <a:fillRef idx="0"/>
          <a:effectRef idx="0"/>
          <a:fontRef idx="minor"/>
        </p:style>
      </p:sp>
      <p:sp>
        <p:nvSpPr>
          <p:cNvPr id="213" name=""/>
          <p:cNvSpPr/>
          <p:nvPr/>
        </p:nvSpPr>
        <p:spPr>
          <a:xfrm>
            <a:off x="685800" y="4689720"/>
            <a:ext cx="3159720" cy="339840"/>
          </a:xfrm>
          <a:prstGeom prst="rect">
            <a:avLst/>
          </a:prstGeom>
          <a:noFill/>
          <a:ln w="10800">
            <a:noFill/>
          </a:ln>
        </p:spPr>
        <p:style>
          <a:lnRef idx="0"/>
          <a:fillRef idx="0"/>
          <a:effectRef idx="0"/>
          <a:fontRef idx="minor"/>
        </p:style>
      </p:sp>
      <p:sp>
        <p:nvSpPr>
          <p:cNvPr id="214" name=""/>
          <p:cNvSpPr/>
          <p:nvPr/>
        </p:nvSpPr>
        <p:spPr>
          <a:xfrm>
            <a:off x="1371600" y="3886200"/>
            <a:ext cx="1734480" cy="339840"/>
          </a:xfrm>
          <a:prstGeom prst="rect">
            <a:avLst/>
          </a:prstGeom>
          <a:noFill/>
          <a:ln w="10800">
            <a:noFill/>
          </a:ln>
        </p:spPr>
        <p:style>
          <a:lnRef idx="0"/>
          <a:fillRef idx="0"/>
          <a:effectRef idx="0"/>
          <a:fontRef idx="minor"/>
        </p:style>
      </p:sp>
      <p:sp>
        <p:nvSpPr>
          <p:cNvPr id="4" name="PlaceHolder 3"/>
          <p:cNvSpPr>
            <a:spLocks noGrp="1"/>
          </p:cNvSpPr>
          <p:nvPr>
            <p:ph type="sldNum" idx="5"/>
          </p:nvPr>
        </p:nvSpPr>
        <p:spPr/>
        <p:txBody>
          <a:bodyPr/>
          <a:p>
            <a:fld id="{1D2F3D58-E334-4FAC-ABD8-B5BD68469E0E}"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title"/>
          </p:nvPr>
        </p:nvSpPr>
        <p:spPr>
          <a:xfrm>
            <a:off x="144000" y="72000"/>
            <a:ext cx="9536400" cy="644400"/>
          </a:xfrm>
          <a:prstGeom prst="rect">
            <a:avLst/>
          </a:prstGeom>
          <a:noFill/>
          <a:ln w="0">
            <a:noFill/>
          </a:ln>
        </p:spPr>
        <p:txBody>
          <a:bodyPr lIns="0" rIns="0" tIns="0" bIns="0" anchor="ctr">
            <a:noAutofit/>
          </a:bodyPr>
          <a:p>
            <a:pPr>
              <a:lnSpc>
                <a:spcPct val="100000"/>
              </a:lnSpc>
              <a:buNone/>
            </a:pPr>
            <a:r>
              <a:rPr b="0" lang="en-US" sz="2800" spc="-1" strike="noStrike">
                <a:solidFill>
                  <a:srgbClr val="ffffff"/>
                </a:solidFill>
                <a:latin typeface="Times New Roman"/>
              </a:rPr>
              <a:t>Suckless filozofija razvoja softvera</a:t>
            </a:r>
            <a:endParaRPr b="0" lang="en-US" sz="2800" spc="-1" strike="noStrike">
              <a:latin typeface="Arial"/>
            </a:endParaRPr>
          </a:p>
        </p:txBody>
      </p:sp>
      <p:sp>
        <p:nvSpPr>
          <p:cNvPr id="216" name="PlaceHolder 2"/>
          <p:cNvSpPr>
            <a:spLocks noGrp="1"/>
          </p:cNvSpPr>
          <p:nvPr>
            <p:ph/>
          </p:nvPr>
        </p:nvSpPr>
        <p:spPr>
          <a:xfrm>
            <a:off x="504000" y="1143000"/>
            <a:ext cx="8636400" cy="3196800"/>
          </a:xfrm>
          <a:prstGeom prst="rect">
            <a:avLst/>
          </a:prstGeom>
          <a:noFill/>
          <a:ln w="0">
            <a:noFill/>
          </a:ln>
        </p:spPr>
        <p:txBody>
          <a:bodyPr lIns="0" rIns="0" tIns="0" bIns="0" anchor="t">
            <a:normAutofit/>
          </a:bodyPr>
          <a:p>
            <a:pPr algn="just">
              <a:lnSpc>
                <a:spcPct val="100000"/>
              </a:lnSpc>
              <a:spcBef>
                <a:spcPts val="1417"/>
              </a:spcBef>
              <a:buNone/>
            </a:pPr>
            <a:r>
              <a:rPr b="0" lang="en-US" sz="1600" spc="-1" strike="noStrike">
                <a:solidFill>
                  <a:srgbClr val="ffffff"/>
                </a:solidFill>
                <a:latin typeface="Times New Roman"/>
              </a:rPr>
              <a:t>Tradicionalni razvoj modernog softvera često pati od fenomena poznatog kao software bloat, gde aplikacije vremenom postaju kompleksne, spore i pretrpane funkcionalnostima koje većina korisnika nikada ne koristi. Kao direktan odgovor na ovaj trend nastala je suckless filozofija, inženjerski pokret koji se zalaže za razvoj naprednog, ekstremno jednostavnog, jasnog i ekonomičnog softvera.Glavni postulati suckless filozofije su:</a:t>
            </a:r>
            <a:endParaRPr b="0" lang="en-US" sz="1600" spc="-1" strike="noStrike">
              <a:latin typeface="Arial"/>
            </a:endParaRPr>
          </a:p>
          <a:p>
            <a:pPr algn="just">
              <a:lnSpc>
                <a:spcPct val="100000"/>
              </a:lnSpc>
              <a:spcBef>
                <a:spcPts val="1417"/>
              </a:spcBef>
              <a:buNone/>
            </a:pPr>
            <a:r>
              <a:rPr b="0" lang="en-US" sz="1600" spc="-1" strike="noStrike">
                <a:solidFill>
                  <a:srgbClr val="ffffff"/>
                </a:solidFill>
                <a:latin typeface="Times New Roman"/>
              </a:rPr>
              <a:t>Jednostavnost i čitljivost - Kod mora biti napisan tako da ga jedan programer može u potpunosti razumeti i modifikovati.</a:t>
            </a:r>
            <a:endParaRPr b="0" lang="en-US" sz="1600" spc="-1" strike="noStrike">
              <a:latin typeface="Arial"/>
            </a:endParaRPr>
          </a:p>
          <a:p>
            <a:pPr algn="just">
              <a:lnSpc>
                <a:spcPct val="100000"/>
              </a:lnSpc>
              <a:spcBef>
                <a:spcPts val="1417"/>
              </a:spcBef>
              <a:buNone/>
            </a:pPr>
            <a:r>
              <a:rPr b="0" lang="en-US" sz="1600" spc="-1" strike="noStrike">
                <a:solidFill>
                  <a:srgbClr val="ffffff"/>
                </a:solidFill>
                <a:latin typeface="Times New Roman"/>
              </a:rPr>
              <a:t>Minimalizam - Softver treba da radi samo jednu stvar i da je radi kako treba (UNIX filozofija).</a:t>
            </a:r>
            <a:endParaRPr b="0" lang="en-US" sz="1600" spc="-1" strike="noStrike">
              <a:latin typeface="Arial"/>
            </a:endParaRPr>
          </a:p>
          <a:p>
            <a:pPr algn="just">
              <a:lnSpc>
                <a:spcPct val="100000"/>
              </a:lnSpc>
              <a:spcBef>
                <a:spcPts val="1417"/>
              </a:spcBef>
              <a:buNone/>
            </a:pPr>
            <a:r>
              <a:rPr b="0" lang="en-US" sz="1600" spc="-1" strike="noStrike">
                <a:solidFill>
                  <a:srgbClr val="ffffff"/>
                </a:solidFill>
                <a:latin typeface="Times New Roman"/>
              </a:rPr>
              <a:t>Izbegavanje dinamičke kompleksnosti - Složeni grafički interfejsi i teški apstrakcioni slojevi se odbacuju u korist bazičnih, ali moćnih sistemskih mehanizama.</a:t>
            </a:r>
            <a:endParaRPr b="0" lang="en-US" sz="1600" spc="-1" strike="noStrike">
              <a:latin typeface="Arial"/>
            </a:endParaRPr>
          </a:p>
        </p:txBody>
      </p:sp>
      <p:pic>
        <p:nvPicPr>
          <p:cNvPr id="217" name="" descr=""/>
          <p:cNvPicPr/>
          <p:nvPr/>
        </p:nvPicPr>
        <p:blipFill>
          <a:blip r:embed="rId1"/>
          <a:stretch/>
        </p:blipFill>
        <p:spPr>
          <a:xfrm>
            <a:off x="7543800" y="4317840"/>
            <a:ext cx="1596600" cy="707760"/>
          </a:xfrm>
          <a:prstGeom prst="rect">
            <a:avLst/>
          </a:prstGeom>
          <a:ln w="10800">
            <a:noFill/>
          </a:ln>
        </p:spPr>
      </p:pic>
      <p:sp>
        <p:nvSpPr>
          <p:cNvPr id="4" name="PlaceHolder 3"/>
          <p:cNvSpPr>
            <a:spLocks noGrp="1"/>
          </p:cNvSpPr>
          <p:nvPr>
            <p:ph type="sldNum" idx="2"/>
          </p:nvPr>
        </p:nvSpPr>
        <p:spPr/>
        <p:txBody>
          <a:bodyPr/>
          <a:p>
            <a:fld id="{395D6BDE-D63D-46A9-B28C-1395224BD362}" type="slidenum">
              <a:t>10</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144000" y="72000"/>
            <a:ext cx="9536400" cy="644400"/>
          </a:xfrm>
          <a:prstGeom prst="rect">
            <a:avLst/>
          </a:prstGeom>
          <a:noFill/>
          <a:ln w="0">
            <a:noFill/>
          </a:ln>
        </p:spPr>
        <p:txBody>
          <a:bodyPr lIns="0" rIns="0" tIns="0" bIns="0" anchor="ctr">
            <a:noAutofit/>
          </a:bodyPr>
          <a:p>
            <a:pPr>
              <a:lnSpc>
                <a:spcPct val="100000"/>
              </a:lnSpc>
              <a:buNone/>
            </a:pPr>
            <a:r>
              <a:rPr b="0" lang="en-US" sz="2800" spc="-1" strike="noStrike">
                <a:solidFill>
                  <a:srgbClr val="ffffff"/>
                </a:solidFill>
                <a:latin typeface="Times New Roman"/>
              </a:rPr>
              <a:t>Konfigurisanje kroz izvorni kod naspram konfiguracionih fajlova</a:t>
            </a:r>
            <a:endParaRPr b="0" lang="en-US" sz="2800" spc="-1" strike="noStrike">
              <a:latin typeface="Arial"/>
            </a:endParaRPr>
          </a:p>
        </p:txBody>
      </p:sp>
      <p:sp>
        <p:nvSpPr>
          <p:cNvPr id="219" name="PlaceHolder 3"/>
          <p:cNvSpPr/>
          <p:nvPr/>
        </p:nvSpPr>
        <p:spPr>
          <a:xfrm>
            <a:off x="507600" y="1143000"/>
            <a:ext cx="8636400" cy="3196800"/>
          </a:xfrm>
          <a:prstGeom prst="rect">
            <a:avLst/>
          </a:prstGeom>
          <a:noFill/>
          <a:ln w="0">
            <a:noFill/>
          </a:ln>
        </p:spPr>
        <p:style>
          <a:lnRef idx="0"/>
          <a:fillRef idx="0"/>
          <a:effectRef idx="0"/>
          <a:fontRef idx="minor"/>
        </p:style>
        <p:txBody>
          <a:bodyPr lIns="0" rIns="0" tIns="0" bIns="0" anchor="t">
            <a:normAutofit/>
          </a:bodyPr>
          <a:p>
            <a:pPr algn="just">
              <a:lnSpc>
                <a:spcPct val="100000"/>
              </a:lnSpc>
              <a:spcBef>
                <a:spcPts val="1417"/>
              </a:spcBef>
              <a:buNone/>
            </a:pPr>
            <a:r>
              <a:rPr b="0" lang="en-US" sz="1600" spc="-1" strike="noStrike">
                <a:solidFill>
                  <a:srgbClr val="ffffff"/>
                </a:solidFill>
                <a:latin typeface="Times New Roman"/>
                <a:ea typeface="DejaVu Sans"/>
              </a:rPr>
              <a:t>U klasičnim aplikacijama, prilagođavanje korisničkim opcijama se vrši u hodu, parsiranjem eksternih konfiguracionih fajlova, kao što su .json, .yaml, .ini ili namenskih skripti poput .vimrc. Iako je ovaj pristup naizgled komforan za korisnika, on sa sobom nosi ozbiljne arhitektonske nedostatke:</a:t>
            </a:r>
            <a:endParaRPr b="0" lang="en-US" sz="1600" spc="-1" strike="noStrike">
              <a:latin typeface="Arial"/>
            </a:endParaRPr>
          </a:p>
          <a:p>
            <a:pPr algn="just">
              <a:lnSpc>
                <a:spcPct val="100000"/>
              </a:lnSpc>
              <a:spcBef>
                <a:spcPts val="1417"/>
              </a:spcBef>
              <a:buNone/>
            </a:pPr>
            <a:r>
              <a:rPr b="0" lang="en-US" sz="1600" spc="-1" strike="noStrike">
                <a:solidFill>
                  <a:srgbClr val="ffffff"/>
                </a:solidFill>
                <a:latin typeface="Times New Roman"/>
                <a:ea typeface="DejaVu Sans"/>
              </a:rPr>
              <a:t>Kompleksnost koda - Programer mora da napiše i održava podsistem za parsiranje teksta, validaciju sintakse i podsistem za rukovanje greškama u konfiguracionom fajlu.</a:t>
            </a:r>
            <a:endParaRPr b="0" lang="en-US" sz="1600" spc="-1" strike="noStrike">
              <a:latin typeface="Arial"/>
            </a:endParaRPr>
          </a:p>
          <a:p>
            <a:pPr algn="just">
              <a:lnSpc>
                <a:spcPct val="100000"/>
              </a:lnSpc>
              <a:spcBef>
                <a:spcPts val="1417"/>
              </a:spcBef>
              <a:buNone/>
            </a:pPr>
            <a:r>
              <a:rPr b="0" lang="en-US" sz="1600" spc="-1" strike="noStrike">
                <a:solidFill>
                  <a:srgbClr val="ffffff"/>
                </a:solidFill>
                <a:latin typeface="Times New Roman"/>
                <a:ea typeface="DejaVu Sans"/>
              </a:rPr>
              <a:t>Potrošnja resursa - Aplikacija troši CPU cikluse i memoriju pri svakom pokretanju samo da bi učitala i interpretirala korisnička podešavanja.</a:t>
            </a:r>
            <a:endParaRPr b="0" lang="en-US" sz="1600" spc="-1" strike="noStrike">
              <a:latin typeface="Arial"/>
            </a:endParaRPr>
          </a:p>
          <a:p>
            <a:pPr algn="just">
              <a:lnSpc>
                <a:spcPct val="100000"/>
              </a:lnSpc>
              <a:spcBef>
                <a:spcPts val="1417"/>
              </a:spcBef>
              <a:buNone/>
            </a:pPr>
            <a:r>
              <a:rPr b="0" lang="en-US" sz="1600" spc="-1" strike="noStrike">
                <a:solidFill>
                  <a:srgbClr val="ffffff"/>
                </a:solidFill>
                <a:latin typeface="Times New Roman"/>
                <a:ea typeface="DejaVu Sans"/>
              </a:rPr>
              <a:t>Skriveno ponašanje - Korisnik često ne zna tačno šta određeni plugin ili konfiguraciona opcija menja u toku rada.</a:t>
            </a:r>
            <a:endParaRPr b="0" lang="en-US" sz="1600" spc="-1" strike="noStrike">
              <a:latin typeface="Arial"/>
            </a:endParaRPr>
          </a:p>
          <a:p>
            <a:pPr algn="just">
              <a:lnSpc>
                <a:spcPct val="100000"/>
              </a:lnSpc>
              <a:spcBef>
                <a:spcPts val="1417"/>
              </a:spcBef>
              <a:buNone/>
            </a:pPr>
            <a:r>
              <a:rPr b="0" lang="en-US" sz="1600" spc="-1" strike="noStrike">
                <a:solidFill>
                  <a:srgbClr val="ffffff"/>
                </a:solidFill>
                <a:latin typeface="Times New Roman"/>
                <a:ea typeface="DejaVu Sans"/>
              </a:rPr>
              <a:t>Suckless softver eliminiše ovaj sloj tako što uvodi konfigurisanje preko zakrpa (engl. patches).</a:t>
            </a:r>
            <a:endParaRPr b="0" lang="en-US" sz="1600" spc="-1" strike="noStrike">
              <a:latin typeface="Arial"/>
            </a:endParaRPr>
          </a:p>
        </p:txBody>
      </p:sp>
      <p:sp>
        <p:nvSpPr>
          <p:cNvPr id="3" name="PlaceHolder 2"/>
          <p:cNvSpPr>
            <a:spLocks noGrp="1"/>
          </p:cNvSpPr>
          <p:nvPr>
            <p:ph type="sldNum" idx="2"/>
          </p:nvPr>
        </p:nvSpPr>
        <p:spPr/>
        <p:txBody>
          <a:bodyPr/>
          <a:p>
            <a:fld id="{3B3B5AB1-9739-41D0-85CB-3D4EBF7F13F7}"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title"/>
          </p:nvPr>
        </p:nvSpPr>
        <p:spPr>
          <a:xfrm>
            <a:off x="144000" y="72000"/>
            <a:ext cx="9536400" cy="644400"/>
          </a:xfrm>
          <a:prstGeom prst="rect">
            <a:avLst/>
          </a:prstGeom>
          <a:noFill/>
          <a:ln w="0">
            <a:noFill/>
          </a:ln>
        </p:spPr>
        <p:txBody>
          <a:bodyPr lIns="0" rIns="0" tIns="0" bIns="0" anchor="ctr">
            <a:noAutofit/>
          </a:bodyPr>
          <a:p>
            <a:pPr>
              <a:lnSpc>
                <a:spcPct val="100000"/>
              </a:lnSpc>
              <a:buNone/>
            </a:pPr>
            <a:r>
              <a:rPr b="0" lang="en-US" sz="2800" spc="-1" strike="noStrike">
                <a:solidFill>
                  <a:srgbClr val="ffffff"/>
                </a:solidFill>
                <a:latin typeface="Times New Roman"/>
              </a:rPr>
              <a:t>Mehanizam zakrpa kao alternativa plugin ekosistemima</a:t>
            </a:r>
            <a:endParaRPr b="0" lang="en-US" sz="2800" spc="-1" strike="noStrike">
              <a:latin typeface="Arial"/>
            </a:endParaRPr>
          </a:p>
        </p:txBody>
      </p:sp>
      <p:sp>
        <p:nvSpPr>
          <p:cNvPr id="221" name="PlaceHolder 2"/>
          <p:cNvSpPr>
            <a:spLocks noGrp="1"/>
          </p:cNvSpPr>
          <p:nvPr>
            <p:ph/>
          </p:nvPr>
        </p:nvSpPr>
        <p:spPr>
          <a:xfrm>
            <a:off x="504000" y="1143000"/>
            <a:ext cx="8636400" cy="3426120"/>
          </a:xfrm>
          <a:prstGeom prst="rect">
            <a:avLst/>
          </a:prstGeom>
          <a:noFill/>
          <a:ln w="0">
            <a:noFill/>
          </a:ln>
        </p:spPr>
        <p:txBody>
          <a:bodyPr lIns="0" rIns="0" tIns="0" bIns="0" anchor="t">
            <a:normAutofit/>
          </a:bodyPr>
          <a:p>
            <a:pPr algn="just">
              <a:lnSpc>
                <a:spcPct val="100000"/>
              </a:lnSpc>
              <a:spcBef>
                <a:spcPts val="1417"/>
              </a:spcBef>
              <a:buNone/>
            </a:pPr>
            <a:r>
              <a:rPr b="0" lang="en-US" sz="1600" spc="-1" strike="noStrike">
                <a:solidFill>
                  <a:srgbClr val="ffffff"/>
                </a:solidFill>
                <a:latin typeface="Times New Roman"/>
              </a:rPr>
              <a:t>Da bi podržali proširivanje funkcionalnosti, standardni editori implementiraju kompleksne API sisteme i dinamička okruženja koja omogućavaju učitavanje eksternih dodataka (engl. plugins). Ovo otvara vrata bezbednosnim propustima, nestabilnosti i drastičnom usporavanju rada editora.</a:t>
            </a:r>
            <a:endParaRPr b="0" lang="en-US" sz="1600" spc="-1" strike="noStrike">
              <a:latin typeface="Arial"/>
            </a:endParaRPr>
          </a:p>
          <a:p>
            <a:pPr algn="just">
              <a:lnSpc>
                <a:spcPct val="100000"/>
              </a:lnSpc>
              <a:spcBef>
                <a:spcPts val="1417"/>
              </a:spcBef>
              <a:buNone/>
            </a:pPr>
            <a:r>
              <a:rPr b="0" lang="en-US" sz="1600" spc="-1" strike="noStrike">
                <a:solidFill>
                  <a:srgbClr val="ffffff"/>
                </a:solidFill>
                <a:latin typeface="Times New Roman"/>
              </a:rPr>
              <a:t>Kao alternativu dinamičkim dodacima (engl. plugins), suckless zajednica koristi mehanizam zakrpa (engl. patches) izvornog koda pomoću standardnih Unix alata diff i patch.</a:t>
            </a:r>
            <a:endParaRPr b="0" lang="en-US" sz="1600" spc="-1" strike="noStrike">
              <a:latin typeface="Arial"/>
            </a:endParaRPr>
          </a:p>
          <a:p>
            <a:pPr algn="just">
              <a:lnSpc>
                <a:spcPct val="100000"/>
              </a:lnSpc>
              <a:spcBef>
                <a:spcPts val="1417"/>
              </a:spcBef>
              <a:buNone/>
            </a:pPr>
            <a:r>
              <a:rPr b="0" lang="en-US" sz="1600" spc="-1" strike="noStrike">
                <a:solidFill>
                  <a:srgbClr val="ffffff"/>
                </a:solidFill>
                <a:latin typeface="Times New Roman"/>
              </a:rPr>
              <a:t>Koncept rada je sledeći, kada programer želi da doda novu funkcionalnost (npr. podršku za isticanje sintakse u editoru), on ne piše izolovani plugin. Umesto toga, on modifikuje postojeći izvorni kod i generiše .diff ili .patch fajl koji tačno mapira koje linije koda treba dodati, obrisati ili izmeniti.</a:t>
            </a:r>
            <a:endParaRPr b="0" lang="en-US" sz="1600" spc="-1" strike="noStrike">
              <a:latin typeface="Arial"/>
            </a:endParaRPr>
          </a:p>
          <a:p>
            <a:pPr algn="just">
              <a:lnSpc>
                <a:spcPct val="100000"/>
              </a:lnSpc>
              <a:spcBef>
                <a:spcPts val="1417"/>
              </a:spcBef>
              <a:buNone/>
            </a:pPr>
            <a:r>
              <a:rPr b="0" lang="en-US" sz="1600" spc="-1" strike="noStrike">
                <a:solidFill>
                  <a:srgbClr val="ffffff"/>
                </a:solidFill>
                <a:latin typeface="Times New Roman"/>
              </a:rPr>
              <a:t>Korisnik koji želi tu funkcionalnost, primenjuje zakrpu nad svojim izvornim kodom pomoću jednostavne komande</a:t>
            </a:r>
            <a:endParaRPr b="0" lang="en-US" sz="1600" spc="-1" strike="noStrike">
              <a:latin typeface="Arial"/>
            </a:endParaRPr>
          </a:p>
          <a:p>
            <a:pPr algn="just">
              <a:lnSpc>
                <a:spcPct val="100000"/>
              </a:lnSpc>
              <a:spcBef>
                <a:spcPts val="1417"/>
              </a:spcBef>
              <a:buNone/>
            </a:pPr>
            <a:r>
              <a:rPr b="0" lang="en-US" sz="1600" spc="-1" strike="noStrike">
                <a:solidFill>
                  <a:srgbClr val="ffffff"/>
                </a:solidFill>
                <a:latin typeface="Times New Roman"/>
              </a:rPr>
              <a:t>patch &lt; funkcionalnost.diff</a:t>
            </a:r>
            <a:endParaRPr b="0" lang="en-US" sz="1600" spc="-1" strike="noStrike">
              <a:latin typeface="Arial"/>
            </a:endParaRPr>
          </a:p>
        </p:txBody>
      </p:sp>
      <p:sp>
        <p:nvSpPr>
          <p:cNvPr id="4" name="PlaceHolder 3"/>
          <p:cNvSpPr>
            <a:spLocks noGrp="1"/>
          </p:cNvSpPr>
          <p:nvPr>
            <p:ph type="sldNum" idx="2"/>
          </p:nvPr>
        </p:nvSpPr>
        <p:spPr/>
        <p:txBody>
          <a:bodyPr/>
          <a:p>
            <a:fld id="{ABD0A1AD-74C6-4F01-AFC8-8A304D305F9A}" type="slidenum">
              <a:t>12</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type="title"/>
          </p:nvPr>
        </p:nvSpPr>
        <p:spPr>
          <a:xfrm>
            <a:off x="144000" y="72000"/>
            <a:ext cx="9536400" cy="644400"/>
          </a:xfrm>
          <a:prstGeom prst="rect">
            <a:avLst/>
          </a:prstGeom>
          <a:noFill/>
          <a:ln w="0">
            <a:noFill/>
          </a:ln>
        </p:spPr>
        <p:txBody>
          <a:bodyPr lIns="0" rIns="0" tIns="0" bIns="0" anchor="ctr">
            <a:noAutofit/>
          </a:bodyPr>
          <a:p>
            <a:pPr>
              <a:lnSpc>
                <a:spcPct val="100000"/>
              </a:lnSpc>
              <a:buNone/>
            </a:pPr>
            <a:r>
              <a:rPr b="0" lang="en-US" sz="2800" spc="-1" strike="noStrike">
                <a:solidFill>
                  <a:srgbClr val="ffffff"/>
                </a:solidFill>
                <a:latin typeface="Times New Roman"/>
              </a:rPr>
              <a:t>Mehanizam zakrpa kao alternativa plugin ekosistemima</a:t>
            </a:r>
            <a:endParaRPr b="0" lang="en-US" sz="2800" spc="-1" strike="noStrike">
              <a:latin typeface="Arial"/>
            </a:endParaRPr>
          </a:p>
        </p:txBody>
      </p:sp>
      <p:sp>
        <p:nvSpPr>
          <p:cNvPr id="223" name="PlaceHolder 2"/>
          <p:cNvSpPr>
            <a:spLocks noGrp="1"/>
          </p:cNvSpPr>
          <p:nvPr>
            <p:ph/>
          </p:nvPr>
        </p:nvSpPr>
        <p:spPr>
          <a:xfrm>
            <a:off x="504000" y="1143000"/>
            <a:ext cx="8636400" cy="2740320"/>
          </a:xfrm>
          <a:prstGeom prst="rect">
            <a:avLst/>
          </a:prstGeom>
          <a:noFill/>
          <a:ln w="0">
            <a:noFill/>
          </a:ln>
        </p:spPr>
        <p:txBody>
          <a:bodyPr lIns="0" rIns="0" tIns="0" bIns="0" anchor="t">
            <a:normAutofit/>
          </a:bodyPr>
          <a:p>
            <a:pPr algn="just">
              <a:lnSpc>
                <a:spcPct val="100000"/>
              </a:lnSpc>
              <a:spcBef>
                <a:spcPts val="1417"/>
              </a:spcBef>
              <a:buNone/>
            </a:pPr>
            <a:r>
              <a:rPr b="0" lang="en-US" sz="1600" spc="-1" strike="noStrike">
                <a:solidFill>
                  <a:srgbClr val="ffffff"/>
                </a:solidFill>
                <a:latin typeface="Times New Roman"/>
              </a:rPr>
              <a:t>Nakon uspešnog korišćenja mehanizma zakrpa (engl. patches), softver se ponovo kompajlira.</a:t>
            </a:r>
            <a:endParaRPr b="0" lang="en-US" sz="1600" spc="-1" strike="noStrike">
              <a:latin typeface="Arial"/>
            </a:endParaRPr>
          </a:p>
          <a:p>
            <a:pPr algn="just">
              <a:lnSpc>
                <a:spcPct val="100000"/>
              </a:lnSpc>
              <a:spcBef>
                <a:spcPts val="1417"/>
              </a:spcBef>
              <a:buNone/>
            </a:pPr>
            <a:r>
              <a:rPr b="0" lang="en-US" sz="1600" spc="-1" strike="noStrike">
                <a:solidFill>
                  <a:srgbClr val="ffffff"/>
                </a:solidFill>
                <a:latin typeface="Times New Roman"/>
              </a:rPr>
              <a:t>Prednosti ovog pristupa u razvoju editora rwx su višestruke:</a:t>
            </a:r>
            <a:endParaRPr b="0" lang="en-US" sz="1600" spc="-1" strike="noStrike">
              <a:latin typeface="Arial"/>
            </a:endParaRPr>
          </a:p>
          <a:p>
            <a:pPr algn="just">
              <a:lnSpc>
                <a:spcPct val="100000"/>
              </a:lnSpc>
              <a:spcBef>
                <a:spcPts val="1417"/>
              </a:spcBef>
              <a:buNone/>
            </a:pPr>
            <a:r>
              <a:rPr b="0" lang="en-US" sz="1600" spc="-1" strike="noStrike">
                <a:solidFill>
                  <a:srgbClr val="ffffff"/>
                </a:solidFill>
                <a:latin typeface="Times New Roman"/>
              </a:rPr>
              <a:t>Nulta latencija - Nova funkcionalnost postaje integralni deo binarnog fajla nakon kompajliranja, nema dinamičkog učitavanja, niti interpretiranja u realnom vremenu.</a:t>
            </a:r>
            <a:endParaRPr b="0" lang="en-US" sz="1600" spc="-1" strike="noStrike">
              <a:latin typeface="Arial"/>
            </a:endParaRPr>
          </a:p>
          <a:p>
            <a:pPr algn="just">
              <a:lnSpc>
                <a:spcPct val="100000"/>
              </a:lnSpc>
              <a:spcBef>
                <a:spcPts val="1417"/>
              </a:spcBef>
              <a:buNone/>
            </a:pPr>
            <a:r>
              <a:rPr b="0" lang="en-US" sz="1600" spc="-1" strike="noStrike">
                <a:solidFill>
                  <a:srgbClr val="ffffff"/>
                </a:solidFill>
                <a:latin typeface="Times New Roman"/>
              </a:rPr>
              <a:t>Potpuna kontrola - Korisnik u svakom trenutku ima uvid u to šta se tačno menja u izvornom kodu, čime se eliminiše rizik od skrivenih grešaka ili zlonamernog koda.</a:t>
            </a:r>
            <a:endParaRPr b="0" lang="en-US" sz="1600" spc="-1" strike="noStrike">
              <a:latin typeface="Arial"/>
            </a:endParaRPr>
          </a:p>
          <a:p>
            <a:pPr algn="just">
              <a:lnSpc>
                <a:spcPct val="100000"/>
              </a:lnSpc>
              <a:spcBef>
                <a:spcPts val="1417"/>
              </a:spcBef>
              <a:buNone/>
            </a:pPr>
            <a:r>
              <a:rPr b="0" lang="en-US" sz="1600" spc="-1" strike="noStrike">
                <a:solidFill>
                  <a:srgbClr val="ffffff"/>
                </a:solidFill>
                <a:latin typeface="Times New Roman"/>
              </a:rPr>
              <a:t>Modularnost bez neželjenih efekata - Editor ostaje savršeno prilagođen potrebama pojedinca i sadrži isključivo one linije koda koje su korisniku zaista potrebne.</a:t>
            </a:r>
            <a:endParaRPr b="0" lang="en-US" sz="1600" spc="-1" strike="noStrike">
              <a:latin typeface="Arial"/>
            </a:endParaRPr>
          </a:p>
        </p:txBody>
      </p:sp>
      <p:sp>
        <p:nvSpPr>
          <p:cNvPr id="4" name="PlaceHolder 3"/>
          <p:cNvSpPr>
            <a:spLocks noGrp="1"/>
          </p:cNvSpPr>
          <p:nvPr>
            <p:ph type="sldNum" idx="2"/>
          </p:nvPr>
        </p:nvSpPr>
        <p:spPr/>
        <p:txBody>
          <a:bodyPr/>
          <a:p>
            <a:fld id="{63E5D56C-0615-4A8F-A74B-6C5ADD8C6F70}" type="slidenum">
              <a:t>13</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title"/>
          </p:nvPr>
        </p:nvSpPr>
        <p:spPr>
          <a:xfrm>
            <a:off x="144000" y="72000"/>
            <a:ext cx="9536400" cy="644400"/>
          </a:xfrm>
          <a:prstGeom prst="rect">
            <a:avLst/>
          </a:prstGeom>
          <a:noFill/>
          <a:ln w="0">
            <a:noFill/>
          </a:ln>
        </p:spPr>
        <p:txBody>
          <a:bodyPr lIns="0" rIns="0" tIns="0" bIns="0" anchor="ctr">
            <a:noAutofit/>
          </a:bodyPr>
          <a:p>
            <a:pPr>
              <a:lnSpc>
                <a:spcPct val="100000"/>
              </a:lnSpc>
              <a:buNone/>
            </a:pPr>
            <a:r>
              <a:rPr b="0" lang="en-US" sz="2800" spc="-1" strike="noStrike">
                <a:solidFill>
                  <a:srgbClr val="ffffff"/>
                </a:solidFill>
                <a:latin typeface="Times New Roman"/>
              </a:rPr>
              <a:t>Merenje performansi</a:t>
            </a:r>
            <a:endParaRPr b="0" lang="en-US" sz="2800" spc="-1" strike="noStrike">
              <a:latin typeface="Arial"/>
            </a:endParaRPr>
          </a:p>
        </p:txBody>
      </p:sp>
      <p:sp>
        <p:nvSpPr>
          <p:cNvPr id="225" name="PlaceHolder 2"/>
          <p:cNvSpPr>
            <a:spLocks noGrp="1"/>
          </p:cNvSpPr>
          <p:nvPr>
            <p:ph/>
          </p:nvPr>
        </p:nvSpPr>
        <p:spPr>
          <a:xfrm>
            <a:off x="504000" y="1143000"/>
            <a:ext cx="8636400" cy="3883320"/>
          </a:xfrm>
          <a:prstGeom prst="rect">
            <a:avLst/>
          </a:prstGeom>
          <a:noFill/>
          <a:ln w="0">
            <a:noFill/>
          </a:ln>
        </p:spPr>
        <p:txBody>
          <a:bodyPr lIns="0" rIns="0" tIns="0" bIns="0" anchor="t">
            <a:normAutofit/>
          </a:bodyPr>
          <a:p>
            <a:pPr algn="just">
              <a:lnSpc>
                <a:spcPct val="100000"/>
              </a:lnSpc>
              <a:spcBef>
                <a:spcPts val="1417"/>
              </a:spcBef>
              <a:buNone/>
            </a:pPr>
            <a:r>
              <a:rPr b="0" lang="en-US" sz="1600" spc="-1" strike="noStrike">
                <a:solidFill>
                  <a:srgbClr val="ffffff"/>
                </a:solidFill>
                <a:latin typeface="Times New Roman"/>
              </a:rPr>
              <a:t>Merenja su izvršena na x86_64 Linux Mint mašini sa procesorom Ryzen 9 5950x i sa 64 GB RAM memorije. Windows 11 testiranje je obavljeno u virtualnoj mašini na istom računaru gde je virtuelnoj mašini dato 8 jezgara i 8 niti procesorskih resursa i 8 GB RAM memorije. Kompajliranje je obavljeno sa gcc kompajlerom i sa zastavom -O2 na oba operativna sistema.</a:t>
            </a:r>
            <a:endParaRPr b="0" lang="en-US" sz="1600" spc="-1" strike="noStrike">
              <a:latin typeface="Arial"/>
            </a:endParaRPr>
          </a:p>
          <a:p>
            <a:pPr algn="just">
              <a:lnSpc>
                <a:spcPct val="100000"/>
              </a:lnSpc>
              <a:spcBef>
                <a:spcPts val="1417"/>
              </a:spcBef>
              <a:buNone/>
            </a:pPr>
            <a:r>
              <a:rPr b="0" lang="en-US" sz="1600" spc="-1" strike="noStrike">
                <a:solidFill>
                  <a:srgbClr val="ffffff"/>
                </a:solidFill>
                <a:latin typeface="Times New Roman"/>
              </a:rPr>
              <a:t>Na Linux Mint sistemu veličina binarnog fajla je 113kB dok je na Windows 11 sistemu 165 kB. Za ovo merenje performansi merena je samo potrošnja RAM memorije jer merenje korišćenosti procesorskih resursa nije baš precizno niti lako za uočiti sa ovako malim programima. Program sa kojim sam merio potrošnju RAM memorije na Linux Mint sistemu je System Monitor (program je sličan Windows Task Manager programu) dok na Windows 11 operativnom sistemu koristio sam Windows Task Manager da izmerim potrošnju RAM memorije.</a:t>
            </a:r>
            <a:endParaRPr b="0" lang="en-US" sz="1600" spc="-1" strike="noStrike">
              <a:latin typeface="Arial"/>
            </a:endParaRPr>
          </a:p>
          <a:p>
            <a:pPr algn="just">
              <a:lnSpc>
                <a:spcPct val="100000"/>
              </a:lnSpc>
              <a:spcBef>
                <a:spcPts val="1417"/>
              </a:spcBef>
              <a:buNone/>
            </a:pPr>
            <a:r>
              <a:rPr b="0" lang="en-US" sz="1600" spc="-1" strike="noStrike">
                <a:solidFill>
                  <a:srgbClr val="ffffff"/>
                </a:solidFill>
                <a:latin typeface="Times New Roman"/>
              </a:rPr>
              <a:t>Editor sa kojim sam uporedio rwx editor je neovim, jer je on jedini editor koji većina korisnika koristi za svakodnevni rad i da pri tome radi na većini platformi.</a:t>
            </a:r>
            <a:endParaRPr b="0" lang="en-US" sz="1600" spc="-1" strike="noStrike">
              <a:latin typeface="Arial"/>
            </a:endParaRPr>
          </a:p>
        </p:txBody>
      </p:sp>
      <p:sp>
        <p:nvSpPr>
          <p:cNvPr id="4" name="PlaceHolder 3"/>
          <p:cNvSpPr>
            <a:spLocks noGrp="1"/>
          </p:cNvSpPr>
          <p:nvPr>
            <p:ph type="sldNum" idx="5"/>
          </p:nvPr>
        </p:nvSpPr>
        <p:spPr/>
        <p:txBody>
          <a:bodyPr/>
          <a:p>
            <a:fld id="{ADED9386-CAE9-4EE1-B14A-2E4189A6FA5E}" type="slidenum">
              <a:t>14</a:t>
            </a:fld>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title"/>
          </p:nvPr>
        </p:nvSpPr>
        <p:spPr>
          <a:xfrm>
            <a:off x="144000" y="72000"/>
            <a:ext cx="9536400" cy="644400"/>
          </a:xfrm>
          <a:prstGeom prst="rect">
            <a:avLst/>
          </a:prstGeom>
          <a:noFill/>
          <a:ln w="0">
            <a:noFill/>
          </a:ln>
        </p:spPr>
        <p:txBody>
          <a:bodyPr lIns="0" rIns="0" tIns="0" bIns="0" anchor="ctr">
            <a:noAutofit/>
          </a:bodyPr>
          <a:p>
            <a:pPr>
              <a:lnSpc>
                <a:spcPct val="100000"/>
              </a:lnSpc>
              <a:buNone/>
            </a:pPr>
            <a:r>
              <a:rPr b="0" lang="en-US" sz="2800" spc="-1" strike="noStrike">
                <a:solidFill>
                  <a:srgbClr val="ffffff"/>
                </a:solidFill>
                <a:latin typeface="Times New Roman"/>
              </a:rPr>
              <a:t>Merenje performansi</a:t>
            </a:r>
            <a:endParaRPr b="0" lang="en-US" sz="2800" spc="-1" strike="noStrike">
              <a:latin typeface="Arial"/>
            </a:endParaRPr>
          </a:p>
        </p:txBody>
      </p:sp>
      <p:graphicFrame>
        <p:nvGraphicFramePr>
          <p:cNvPr id="227" name=""/>
          <p:cNvGraphicFramePr/>
          <p:nvPr/>
        </p:nvGraphicFramePr>
        <p:xfrm>
          <a:off x="915480" y="2296800"/>
          <a:ext cx="8212320" cy="2214720"/>
        </p:xfrm>
        <a:graphic>
          <a:graphicData uri="http://schemas.openxmlformats.org/drawingml/2006/table">
            <a:tbl>
              <a:tblPr/>
              <a:tblGrid>
                <a:gridCol w="5370840"/>
                <a:gridCol w="1402560"/>
                <a:gridCol w="1439280"/>
              </a:tblGrid>
              <a:tr h="349920">
                <a:tc>
                  <a:txBody>
                    <a:bodyPr lIns="90000" rIns="90000" anchor="t">
                      <a:noAutofit/>
                    </a:bodyPr>
                    <a:p>
                      <a:pPr algn="ctr">
                        <a:lnSpc>
                          <a:spcPct val="100000"/>
                        </a:lnSpc>
                        <a:buNone/>
                      </a:pPr>
                      <a:r>
                        <a:rPr b="1" lang="en-US" sz="1800" spc="-1" strike="noStrike" u="sng">
                          <a:solidFill>
                            <a:srgbClr val="000000"/>
                          </a:solidFill>
                          <a:uFillTx/>
                          <a:latin typeface="Times New Roman"/>
                        </a:rPr>
                        <a:t>Test</a:t>
                      </a:r>
                      <a:endParaRPr b="0" lang="en-US" sz="18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lIns="90000" rIns="90000" anchor="t">
                      <a:noAutofit/>
                    </a:bodyPr>
                    <a:p>
                      <a:pPr algn="ctr">
                        <a:lnSpc>
                          <a:spcPct val="100000"/>
                        </a:lnSpc>
                        <a:buNone/>
                      </a:pPr>
                      <a:r>
                        <a:rPr b="1" lang="en-US" sz="1800" spc="-1" strike="noStrike" u="sng">
                          <a:solidFill>
                            <a:srgbClr val="000000"/>
                          </a:solidFill>
                          <a:uFillTx/>
                          <a:latin typeface="Times New Roman"/>
                        </a:rPr>
                        <a:t>RWX</a:t>
                      </a:r>
                      <a:endParaRPr b="0" lang="en-US" sz="18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lIns="90000" rIns="90000" anchor="t">
                      <a:noAutofit/>
                    </a:bodyPr>
                    <a:p>
                      <a:pPr algn="ctr">
                        <a:lnSpc>
                          <a:spcPct val="100000"/>
                        </a:lnSpc>
                        <a:buNone/>
                      </a:pPr>
                      <a:r>
                        <a:rPr b="1" lang="en-US" sz="1800" spc="-1" strike="noStrike" u="sng">
                          <a:solidFill>
                            <a:srgbClr val="000000"/>
                          </a:solidFill>
                          <a:uFillTx/>
                          <a:latin typeface="Times New Roman"/>
                        </a:rPr>
                        <a:t>NEOVIM</a:t>
                      </a:r>
                      <a:endParaRPr b="0" lang="en-US" sz="18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466560">
                <a:tc>
                  <a:txBody>
                    <a:bodyPr lIns="90000" rIns="90000" anchor="t">
                      <a:noAutofit/>
                    </a:bodyPr>
                    <a:p>
                      <a:pPr algn="ctr">
                        <a:lnSpc>
                          <a:spcPct val="100000"/>
                        </a:lnSpc>
                        <a:buNone/>
                      </a:pPr>
                      <a:r>
                        <a:rPr b="0" lang="en-US" sz="1600" spc="-1" strike="noStrike">
                          <a:solidFill>
                            <a:srgbClr val="000000"/>
                          </a:solidFill>
                          <a:latin typeface="Times New Roman"/>
                        </a:rPr>
                        <a:t>Otvaranje samog editora (Linux)</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nchor="t">
                      <a:noAutofit/>
                    </a:bodyPr>
                    <a:p>
                      <a:pPr algn="ctr">
                        <a:lnSpc>
                          <a:spcPct val="100000"/>
                        </a:lnSpc>
                        <a:buNone/>
                      </a:pPr>
                      <a:r>
                        <a:rPr b="0" lang="en-US" sz="1600" spc="-1" strike="noStrike">
                          <a:solidFill>
                            <a:srgbClr val="000000"/>
                          </a:solidFill>
                          <a:latin typeface="Times New Roman"/>
                        </a:rPr>
                        <a:t>98,3kB</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nchor="t">
                      <a:noAutofit/>
                    </a:bodyPr>
                    <a:p>
                      <a:pPr algn="ctr">
                        <a:lnSpc>
                          <a:spcPct val="100000"/>
                        </a:lnSpc>
                        <a:buNone/>
                      </a:pPr>
                      <a:r>
                        <a:rPr b="0" lang="en-US" sz="1600" spc="-1" strike="noStrike">
                          <a:solidFill>
                            <a:srgbClr val="000000"/>
                          </a:solidFill>
                          <a:latin typeface="Times New Roman"/>
                        </a:rPr>
                        <a:t>6,5MB</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466560">
                <a:tc>
                  <a:txBody>
                    <a:bodyPr lIns="90000" rIns="90000" anchor="t">
                      <a:noAutofit/>
                    </a:bodyPr>
                    <a:p>
                      <a:pPr algn="ctr">
                        <a:lnSpc>
                          <a:spcPct val="100000"/>
                        </a:lnSpc>
                        <a:buNone/>
                      </a:pPr>
                      <a:r>
                        <a:rPr b="0" lang="en-US" sz="1600" spc="-1" strike="noStrike">
                          <a:solidFill>
                            <a:srgbClr val="000000"/>
                          </a:solidFill>
                          <a:latin typeface="Times New Roman"/>
                        </a:rPr>
                        <a:t>Otvaranje samog editora (Windows)</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t">
                      <a:noAutofit/>
                    </a:bodyPr>
                    <a:p>
                      <a:pPr algn="ctr">
                        <a:lnSpc>
                          <a:spcPct val="100000"/>
                        </a:lnSpc>
                        <a:buNone/>
                      </a:pPr>
                      <a:r>
                        <a:rPr b="0" lang="en-US" sz="1600" spc="-1" strike="noStrike">
                          <a:solidFill>
                            <a:srgbClr val="000000"/>
                          </a:solidFill>
                          <a:latin typeface="Times New Roman"/>
                        </a:rPr>
                        <a:t>0,5MB</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t">
                      <a:noAutofit/>
                    </a:bodyPr>
                    <a:p>
                      <a:pPr algn="ctr">
                        <a:lnSpc>
                          <a:spcPct val="100000"/>
                        </a:lnSpc>
                        <a:buNone/>
                      </a:pPr>
                      <a:r>
                        <a:rPr b="0" lang="en-US" sz="1600" spc="-1" strike="noStrike">
                          <a:solidFill>
                            <a:srgbClr val="000000"/>
                          </a:solidFill>
                          <a:latin typeface="Times New Roman"/>
                        </a:rPr>
                        <a:t>7,7MB</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466560">
                <a:tc>
                  <a:txBody>
                    <a:bodyPr lIns="90000" rIns="90000" anchor="t">
                      <a:noAutofit/>
                    </a:bodyPr>
                    <a:p>
                      <a:pPr algn="ctr">
                        <a:lnSpc>
                          <a:spcPct val="100000"/>
                        </a:lnSpc>
                        <a:buNone/>
                      </a:pPr>
                      <a:r>
                        <a:rPr b="0" lang="en-US" sz="1600" spc="-1" strike="noStrike">
                          <a:solidFill>
                            <a:srgbClr val="000000"/>
                          </a:solidFill>
                          <a:latin typeface="Times New Roman"/>
                        </a:rPr>
                        <a:t>Otvaranje cpp_syntax_patch.c fajla (Linux)</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nchor="t">
                      <a:noAutofit/>
                    </a:bodyPr>
                    <a:p>
                      <a:pPr algn="ctr">
                        <a:lnSpc>
                          <a:spcPct val="100000"/>
                        </a:lnSpc>
                        <a:buNone/>
                      </a:pPr>
                      <a:r>
                        <a:rPr b="0" lang="en-US" sz="1600" spc="-1" strike="noStrike">
                          <a:solidFill>
                            <a:srgbClr val="000000"/>
                          </a:solidFill>
                          <a:latin typeface="Times New Roman"/>
                        </a:rPr>
                        <a:t>192,5kB</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nchor="t">
                      <a:noAutofit/>
                    </a:bodyPr>
                    <a:p>
                      <a:pPr algn="ctr">
                        <a:lnSpc>
                          <a:spcPct val="100000"/>
                        </a:lnSpc>
                        <a:buNone/>
                      </a:pPr>
                      <a:r>
                        <a:rPr b="0" lang="en-US" sz="1600" spc="-1" strike="noStrike">
                          <a:solidFill>
                            <a:srgbClr val="000000"/>
                          </a:solidFill>
                          <a:latin typeface="Times New Roman"/>
                        </a:rPr>
                        <a:t>6,8MB</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465480">
                <a:tc>
                  <a:txBody>
                    <a:bodyPr lIns="90000" rIns="90000" anchor="t">
                      <a:noAutofit/>
                    </a:bodyPr>
                    <a:p>
                      <a:pPr algn="ctr">
                        <a:lnSpc>
                          <a:spcPct val="100000"/>
                        </a:lnSpc>
                        <a:buNone/>
                      </a:pPr>
                      <a:r>
                        <a:rPr b="0" lang="en-US" sz="1600" spc="-1" strike="noStrike">
                          <a:solidFill>
                            <a:srgbClr val="000000"/>
                          </a:solidFill>
                          <a:latin typeface="Times New Roman"/>
                        </a:rPr>
                        <a:t>Otvaranje cpp_syntax_patch.c fajla (Windows)</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t">
                      <a:noAutofit/>
                    </a:bodyPr>
                    <a:p>
                      <a:pPr algn="ctr">
                        <a:lnSpc>
                          <a:spcPct val="100000"/>
                        </a:lnSpc>
                        <a:buNone/>
                      </a:pPr>
                      <a:r>
                        <a:rPr b="0" lang="en-US" sz="1600" spc="-1" strike="noStrike">
                          <a:solidFill>
                            <a:srgbClr val="000000"/>
                          </a:solidFill>
                          <a:latin typeface="Times New Roman"/>
                        </a:rPr>
                        <a:t>0,6MB</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t">
                      <a:noAutofit/>
                    </a:bodyPr>
                    <a:p>
                      <a:pPr algn="ctr">
                        <a:lnSpc>
                          <a:spcPct val="100000"/>
                        </a:lnSpc>
                        <a:buNone/>
                      </a:pPr>
                      <a:r>
                        <a:rPr b="0" lang="en-US" sz="1600" spc="-1" strike="noStrike">
                          <a:solidFill>
                            <a:srgbClr val="000000"/>
                          </a:solidFill>
                          <a:latin typeface="Times New Roman"/>
                        </a:rPr>
                        <a:t>8,8MB</a:t>
                      </a:r>
                      <a:endParaRPr b="0" lang="en-US" sz="16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bl>
          </a:graphicData>
        </a:graphic>
      </p:graphicFrame>
      <p:sp>
        <p:nvSpPr>
          <p:cNvPr id="228" name="PlaceHolder 2"/>
          <p:cNvSpPr>
            <a:spLocks noGrp="1"/>
          </p:cNvSpPr>
          <p:nvPr>
            <p:ph/>
          </p:nvPr>
        </p:nvSpPr>
        <p:spPr>
          <a:xfrm>
            <a:off x="504000" y="1143000"/>
            <a:ext cx="8636400" cy="910800"/>
          </a:xfrm>
          <a:prstGeom prst="rect">
            <a:avLst/>
          </a:prstGeom>
          <a:noFill/>
          <a:ln w="0">
            <a:noFill/>
          </a:ln>
        </p:spPr>
        <p:txBody>
          <a:bodyPr lIns="0" rIns="0" tIns="0" bIns="0" anchor="t">
            <a:normAutofit/>
          </a:bodyPr>
          <a:p>
            <a:pPr marL="432000" indent="-324000" algn="just">
              <a:lnSpc>
                <a:spcPct val="100000"/>
              </a:lnSpc>
              <a:spcBef>
                <a:spcPts val="1417"/>
              </a:spcBef>
              <a:buClr>
                <a:srgbClr val="ffffff"/>
              </a:buClr>
              <a:buSzPct val="45000"/>
              <a:buFont typeface="Wingdings" charset="2"/>
              <a:buChar char=""/>
            </a:pPr>
            <a:r>
              <a:rPr b="0" lang="en-US" sz="1600" spc="-1" strike="noStrike">
                <a:solidFill>
                  <a:srgbClr val="ffffff"/>
                </a:solidFill>
                <a:latin typeface="Times New Roman"/>
              </a:rPr>
              <a:t>Testiralo se prvo korišćenje RAM memorije prilikom otvaranja samog editora bez otvaranja fajla, pa kao drugi test se uzelo korišćenje RAM memorije prilikom otvaranja cpp_syntax_patch.c fajla, dužine 143 linije C koda. Rezultate merenja možemo da vidimo u sledećoj tabeli.</a:t>
            </a:r>
            <a:endParaRPr b="0" lang="en-US" sz="1600" spc="-1" strike="noStrike">
              <a:latin typeface="Arial"/>
            </a:endParaRPr>
          </a:p>
        </p:txBody>
      </p:sp>
      <p:sp>
        <p:nvSpPr>
          <p:cNvPr id="4" name="PlaceHolder 3"/>
          <p:cNvSpPr>
            <a:spLocks noGrp="1"/>
          </p:cNvSpPr>
          <p:nvPr>
            <p:ph type="sldNum" idx="2"/>
          </p:nvPr>
        </p:nvSpPr>
        <p:spPr/>
        <p:txBody>
          <a:bodyPr/>
          <a:p>
            <a:fld id="{610FF04D-F8B0-496F-954F-26A78D5496BC}" type="slidenum">
              <a:t>15</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144000" y="72000"/>
            <a:ext cx="9536400" cy="644400"/>
          </a:xfrm>
          <a:prstGeom prst="rect">
            <a:avLst/>
          </a:prstGeom>
          <a:noFill/>
          <a:ln w="0">
            <a:noFill/>
          </a:ln>
        </p:spPr>
        <p:txBody>
          <a:bodyPr lIns="0" rIns="0" tIns="0" bIns="0" anchor="ctr">
            <a:noAutofit/>
          </a:bodyPr>
          <a:p>
            <a:pPr>
              <a:lnSpc>
                <a:spcPct val="100000"/>
              </a:lnSpc>
              <a:buNone/>
            </a:pPr>
            <a:r>
              <a:rPr b="0" lang="en-US" sz="2800" spc="-1" strike="noStrike">
                <a:solidFill>
                  <a:srgbClr val="ffffff"/>
                </a:solidFill>
                <a:latin typeface="Times New Roman"/>
              </a:rPr>
              <a:t>Merenje performansi</a:t>
            </a:r>
            <a:endParaRPr b="0" lang="en-US" sz="2800" spc="-1" strike="noStrike">
              <a:latin typeface="Arial"/>
            </a:endParaRPr>
          </a:p>
        </p:txBody>
      </p:sp>
      <p:sp>
        <p:nvSpPr>
          <p:cNvPr id="230" name="PlaceHolder 2"/>
          <p:cNvSpPr>
            <a:spLocks noGrp="1"/>
          </p:cNvSpPr>
          <p:nvPr>
            <p:ph/>
          </p:nvPr>
        </p:nvSpPr>
        <p:spPr>
          <a:xfrm>
            <a:off x="504000" y="1143000"/>
            <a:ext cx="8636400" cy="1143000"/>
          </a:xfrm>
          <a:prstGeom prst="rect">
            <a:avLst/>
          </a:prstGeom>
          <a:noFill/>
          <a:ln w="0">
            <a:noFill/>
          </a:ln>
        </p:spPr>
        <p:txBody>
          <a:bodyPr lIns="0" rIns="0" tIns="0" bIns="0" anchor="t">
            <a:normAutofit/>
          </a:bodyPr>
          <a:p>
            <a:pPr algn="just">
              <a:lnSpc>
                <a:spcPct val="100000"/>
              </a:lnSpc>
              <a:spcBef>
                <a:spcPts val="1417"/>
              </a:spcBef>
              <a:buNone/>
            </a:pPr>
            <a:r>
              <a:rPr b="0" lang="en-US" sz="1600" spc="-1" strike="noStrike">
                <a:solidFill>
                  <a:srgbClr val="ffffff"/>
                </a:solidFill>
                <a:latin typeface="Times New Roman"/>
              </a:rPr>
              <a:t>Terminalni programi uglavnom bolje rade na Linux i drugim POSIX operativnim sistemima u poređenju sa Windows operativnim sistemom. Kao što vidimo, što se tiče korišćenja RAM memorije rwx je u kB dok je neovim u MB. Time možemo da zaključimo da je rwx editor znatno bolji što se tiče korišćenja memorije.</a:t>
            </a:r>
            <a:endParaRPr b="0" lang="en-US" sz="1600" spc="-1" strike="noStrike">
              <a:latin typeface="Arial"/>
            </a:endParaRPr>
          </a:p>
        </p:txBody>
      </p:sp>
      <p:sp>
        <p:nvSpPr>
          <p:cNvPr id="4" name="PlaceHolder 3"/>
          <p:cNvSpPr>
            <a:spLocks noGrp="1"/>
          </p:cNvSpPr>
          <p:nvPr>
            <p:ph type="sldNum" idx="5"/>
          </p:nvPr>
        </p:nvSpPr>
        <p:spPr/>
        <p:txBody>
          <a:bodyPr/>
          <a:p>
            <a:fld id="{CE07938B-12E5-4B47-9FFF-ECCBB42CD5A0}" type="slidenum">
              <a:t>16</a:t>
            </a:fld>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PlaceHolder 1"/>
          <p:cNvSpPr>
            <a:spLocks noGrp="1"/>
          </p:cNvSpPr>
          <p:nvPr>
            <p:ph type="title"/>
          </p:nvPr>
        </p:nvSpPr>
        <p:spPr>
          <a:xfrm>
            <a:off x="144000" y="72000"/>
            <a:ext cx="9536400" cy="644400"/>
          </a:xfrm>
          <a:prstGeom prst="rect">
            <a:avLst/>
          </a:prstGeom>
          <a:noFill/>
          <a:ln w="0">
            <a:noFill/>
          </a:ln>
        </p:spPr>
        <p:txBody>
          <a:bodyPr lIns="0" rIns="0" tIns="0" bIns="0" anchor="ctr">
            <a:noAutofit/>
          </a:bodyPr>
          <a:p>
            <a:pPr>
              <a:lnSpc>
                <a:spcPct val="100000"/>
              </a:lnSpc>
              <a:buNone/>
            </a:pPr>
            <a:r>
              <a:rPr b="0" lang="en-US" sz="2800" spc="-1" strike="noStrike">
                <a:solidFill>
                  <a:srgbClr val="ffffff"/>
                </a:solidFill>
                <a:latin typeface="Times New Roman"/>
              </a:rPr>
              <a:t>Mane ovog načina projektovanja softvera</a:t>
            </a:r>
            <a:endParaRPr b="0" lang="en-US" sz="2800" spc="-1" strike="noStrike">
              <a:latin typeface="Arial"/>
            </a:endParaRPr>
          </a:p>
        </p:txBody>
      </p:sp>
      <p:sp>
        <p:nvSpPr>
          <p:cNvPr id="232" name="PlaceHolder 2"/>
          <p:cNvSpPr>
            <a:spLocks noGrp="1"/>
          </p:cNvSpPr>
          <p:nvPr>
            <p:ph/>
          </p:nvPr>
        </p:nvSpPr>
        <p:spPr>
          <a:xfrm>
            <a:off x="507600" y="1143000"/>
            <a:ext cx="8636400" cy="2971800"/>
          </a:xfrm>
          <a:prstGeom prst="rect">
            <a:avLst/>
          </a:prstGeom>
          <a:noFill/>
          <a:ln w="0">
            <a:noFill/>
          </a:ln>
        </p:spPr>
        <p:txBody>
          <a:bodyPr lIns="0" rIns="0" tIns="0" bIns="0" anchor="t">
            <a:normAutofit/>
          </a:bodyPr>
          <a:p>
            <a:pPr algn="just">
              <a:lnSpc>
                <a:spcPct val="100000"/>
              </a:lnSpc>
              <a:spcBef>
                <a:spcPts val="1417"/>
              </a:spcBef>
              <a:buNone/>
            </a:pPr>
            <a:r>
              <a:rPr b="0" lang="en-US" sz="1600" spc="-1" strike="noStrike">
                <a:latin typeface="Times New Roman"/>
              </a:rPr>
              <a:t>Mada ovaj način projektovanja softvera takođe ima i svoje nedostatke.</a:t>
            </a:r>
            <a:endParaRPr b="0" lang="en-US" sz="1600" spc="-1" strike="noStrike">
              <a:latin typeface="Arial"/>
            </a:endParaRPr>
          </a:p>
          <a:p>
            <a:pPr algn="just">
              <a:lnSpc>
                <a:spcPct val="100000"/>
              </a:lnSpc>
              <a:spcBef>
                <a:spcPts val="1417"/>
              </a:spcBef>
              <a:buNone/>
            </a:pPr>
            <a:r>
              <a:rPr b="0" lang="en-US" sz="1600" spc="-1" strike="noStrike">
                <a:latin typeface="Times New Roman"/>
              </a:rPr>
              <a:t>Nedostaci ovog načina projektovanje softvera su:</a:t>
            </a:r>
            <a:endParaRPr b="0" lang="en-US" sz="1600" spc="-1" strike="noStrike">
              <a:latin typeface="Arial"/>
            </a:endParaRPr>
          </a:p>
          <a:p>
            <a:pPr algn="just">
              <a:lnSpc>
                <a:spcPct val="100000"/>
              </a:lnSpc>
              <a:spcBef>
                <a:spcPts val="1417"/>
              </a:spcBef>
              <a:buNone/>
            </a:pPr>
            <a:r>
              <a:rPr b="0" lang="en-US" sz="1600" spc="-1" strike="noStrike">
                <a:latin typeface="Times New Roman"/>
              </a:rPr>
              <a:t>Obaveza rekompajliranja,</a:t>
            </a:r>
            <a:endParaRPr b="0" lang="en-US" sz="1600" spc="-1" strike="noStrike">
              <a:latin typeface="Arial"/>
            </a:endParaRPr>
          </a:p>
          <a:p>
            <a:pPr algn="just">
              <a:lnSpc>
                <a:spcPct val="100000"/>
              </a:lnSpc>
              <a:spcBef>
                <a:spcPts val="1417"/>
              </a:spcBef>
              <a:buNone/>
            </a:pPr>
            <a:r>
              <a:rPr b="0" lang="en-US" sz="1600" spc="-1" strike="noStrike">
                <a:latin typeface="Times New Roman"/>
              </a:rPr>
              <a:t>Konflikti pri primeni više zakrpa na isti kod,</a:t>
            </a:r>
            <a:endParaRPr b="0" lang="en-US" sz="1600" spc="-1" strike="noStrike">
              <a:latin typeface="Arial"/>
            </a:endParaRPr>
          </a:p>
          <a:p>
            <a:pPr algn="just">
              <a:lnSpc>
                <a:spcPct val="100000"/>
              </a:lnSpc>
              <a:spcBef>
                <a:spcPts val="1417"/>
              </a:spcBef>
              <a:buNone/>
            </a:pPr>
            <a:r>
              <a:rPr b="0" lang="en-US" sz="1600" spc="-1" strike="noStrike">
                <a:latin typeface="Times New Roman"/>
              </a:rPr>
              <a:t>Održavanje zakrpa pri promeni koda editora,</a:t>
            </a:r>
            <a:endParaRPr b="0" lang="en-US" sz="1600" spc="-1" strike="noStrike">
              <a:latin typeface="Arial"/>
            </a:endParaRPr>
          </a:p>
          <a:p>
            <a:pPr algn="just">
              <a:lnSpc>
                <a:spcPct val="100000"/>
              </a:lnSpc>
              <a:spcBef>
                <a:spcPts val="1417"/>
              </a:spcBef>
              <a:buNone/>
            </a:pPr>
            <a:r>
              <a:rPr b="0" lang="en-US" sz="1600" spc="-1" strike="noStrike">
                <a:latin typeface="Times New Roman"/>
              </a:rPr>
              <a:t>Nedostatak izolacije (greška u zakrpi ruši ceo editor),</a:t>
            </a:r>
            <a:endParaRPr b="0" lang="en-US" sz="1600" spc="-1" strike="noStrike">
              <a:latin typeface="Arial"/>
            </a:endParaRPr>
          </a:p>
          <a:p>
            <a:pPr algn="just">
              <a:lnSpc>
                <a:spcPct val="100000"/>
              </a:lnSpc>
              <a:spcBef>
                <a:spcPts val="1417"/>
              </a:spcBef>
              <a:buNone/>
            </a:pPr>
            <a:r>
              <a:rPr b="0" lang="en-US" sz="1600" spc="-1" strike="noStrike">
                <a:latin typeface="Times New Roman"/>
              </a:rPr>
              <a:t>Viši prag znanja za korisnika.</a:t>
            </a:r>
            <a:endParaRPr b="0" lang="en-US" sz="1600" spc="-1" strike="noStrike">
              <a:latin typeface="Arial"/>
            </a:endParaRPr>
          </a:p>
        </p:txBody>
      </p:sp>
      <p:sp>
        <p:nvSpPr>
          <p:cNvPr id="4" name="PlaceHolder 3"/>
          <p:cNvSpPr>
            <a:spLocks noGrp="1"/>
          </p:cNvSpPr>
          <p:nvPr>
            <p:ph type="sldNum" idx="2"/>
          </p:nvPr>
        </p:nvSpPr>
        <p:spPr/>
        <p:txBody>
          <a:bodyPr/>
          <a:p>
            <a:fld id="{444E6ED4-021C-4DB1-85F5-E060FB67038D}" type="slidenum">
              <a:t>17</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144000" y="72000"/>
            <a:ext cx="9536400" cy="644400"/>
          </a:xfrm>
          <a:prstGeom prst="rect">
            <a:avLst/>
          </a:prstGeom>
          <a:noFill/>
          <a:ln w="0">
            <a:noFill/>
          </a:ln>
        </p:spPr>
        <p:txBody>
          <a:bodyPr lIns="0" rIns="0" tIns="0" bIns="0" anchor="ctr">
            <a:noAutofit/>
          </a:bodyPr>
          <a:p>
            <a:pPr>
              <a:lnSpc>
                <a:spcPct val="100000"/>
              </a:lnSpc>
              <a:buNone/>
            </a:pPr>
            <a:r>
              <a:rPr b="0" lang="en-US" sz="2800" spc="-1" strike="noStrike">
                <a:solidFill>
                  <a:srgbClr val="ffffff"/>
                </a:solidFill>
                <a:latin typeface="Times New Roman"/>
              </a:rPr>
              <a:t>Live Demo</a:t>
            </a:r>
            <a:endParaRPr b="0" lang="en-US" sz="2800" spc="-1" strike="noStrike">
              <a:latin typeface="Arial"/>
            </a:endParaRPr>
          </a:p>
        </p:txBody>
      </p:sp>
      <p:sp>
        <p:nvSpPr>
          <p:cNvPr id="234" name="PlaceHolder 2"/>
          <p:cNvSpPr>
            <a:spLocks noGrp="1"/>
          </p:cNvSpPr>
          <p:nvPr>
            <p:ph/>
          </p:nvPr>
        </p:nvSpPr>
        <p:spPr>
          <a:xfrm>
            <a:off x="504000" y="1143000"/>
            <a:ext cx="8636400" cy="225000"/>
          </a:xfrm>
          <a:prstGeom prst="rect">
            <a:avLst/>
          </a:prstGeom>
          <a:noFill/>
          <a:ln w="0">
            <a:noFill/>
          </a:ln>
        </p:spPr>
        <p:txBody>
          <a:bodyPr lIns="0" rIns="0" tIns="0" bIns="0" anchor="t">
            <a:normAutofit fontScale="92000"/>
          </a:bodyPr>
          <a:p>
            <a:pPr algn="just">
              <a:lnSpc>
                <a:spcPct val="100000"/>
              </a:lnSpc>
              <a:spcBef>
                <a:spcPts val="1417"/>
              </a:spcBef>
              <a:buNone/>
            </a:pPr>
            <a:r>
              <a:rPr b="0" lang="en-US" sz="1600" spc="-1" strike="noStrike">
                <a:solidFill>
                  <a:srgbClr val="ffffff"/>
                </a:solidFill>
                <a:latin typeface="Times New Roman"/>
              </a:rPr>
              <a:t>Instrukcije  i kod možete naći na slidećem linku: github.com/ZeljkoRasovic/rwx</a:t>
            </a:r>
            <a:endParaRPr b="0" lang="en-US" sz="1600" spc="-1" strike="noStrike">
              <a:latin typeface="Arial"/>
            </a:endParaRPr>
          </a:p>
        </p:txBody>
      </p:sp>
      <p:pic>
        <p:nvPicPr>
          <p:cNvPr id="235" name="" descr=""/>
          <p:cNvPicPr/>
          <p:nvPr/>
        </p:nvPicPr>
        <p:blipFill>
          <a:blip r:embed="rId1"/>
          <a:stretch/>
        </p:blipFill>
        <p:spPr>
          <a:xfrm>
            <a:off x="457200" y="3657600"/>
            <a:ext cx="2739600" cy="1368000"/>
          </a:xfrm>
          <a:prstGeom prst="rect">
            <a:avLst/>
          </a:prstGeom>
          <a:ln w="10800">
            <a:noFill/>
          </a:ln>
        </p:spPr>
      </p:pic>
      <p:pic>
        <p:nvPicPr>
          <p:cNvPr id="236" name="" descr=""/>
          <p:cNvPicPr/>
          <p:nvPr/>
        </p:nvPicPr>
        <p:blipFill>
          <a:blip r:embed="rId2"/>
          <a:stretch/>
        </p:blipFill>
        <p:spPr>
          <a:xfrm>
            <a:off x="3440880" y="3657600"/>
            <a:ext cx="2727720" cy="1368000"/>
          </a:xfrm>
          <a:prstGeom prst="rect">
            <a:avLst/>
          </a:prstGeom>
          <a:ln w="10800">
            <a:noFill/>
          </a:ln>
        </p:spPr>
      </p:pic>
      <p:pic>
        <p:nvPicPr>
          <p:cNvPr id="237" name="" descr=""/>
          <p:cNvPicPr/>
          <p:nvPr/>
        </p:nvPicPr>
        <p:blipFill>
          <a:blip r:embed="rId3"/>
          <a:stretch/>
        </p:blipFill>
        <p:spPr>
          <a:xfrm>
            <a:off x="6400800" y="3657600"/>
            <a:ext cx="2710080" cy="1368000"/>
          </a:xfrm>
          <a:prstGeom prst="rect">
            <a:avLst/>
          </a:prstGeom>
          <a:ln w="10800">
            <a:noFill/>
          </a:ln>
        </p:spPr>
      </p:pic>
      <p:sp>
        <p:nvSpPr>
          <p:cNvPr id="238" name=""/>
          <p:cNvSpPr/>
          <p:nvPr/>
        </p:nvSpPr>
        <p:spPr>
          <a:xfrm>
            <a:off x="0" y="1509120"/>
            <a:ext cx="10055160" cy="191700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000" spc="-1" strike="noStrike">
                <a:solidFill>
                  <a:srgbClr val="ffffff"/>
                </a:solidFill>
                <a:latin typeface="Ubuntu Mono"/>
                <a:ea typeface="DejaVu Sans"/>
              </a:rPr>
              <a:t>                                      </a:t>
            </a:r>
            <a:r>
              <a:rPr b="0" lang="en-US" sz="1000" spc="-1" strike="noStrike">
                <a:solidFill>
                  <a:srgbClr val="ffffff"/>
                </a:solidFill>
                <a:latin typeface="Ubuntu Mono"/>
                <a:ea typeface="DejaVu Sans"/>
              </a:rPr>
              <a:t>rrrrr   rrrrrrrrr  wwwwwww           wwwww           wwwwwww  xxxxxxx      xxxxxxx</a:t>
            </a:r>
            <a:endParaRPr b="0" lang="en-US" sz="1000" spc="-1" strike="noStrike">
              <a:latin typeface="Arial"/>
            </a:endParaRPr>
          </a:p>
          <a:p>
            <a:pPr>
              <a:lnSpc>
                <a:spcPct val="100000"/>
              </a:lnSpc>
              <a:buNone/>
            </a:pPr>
            <a:r>
              <a:rPr b="0" lang="en-US" sz="1000" spc="-1" strike="noStrike">
                <a:solidFill>
                  <a:srgbClr val="ffffff"/>
                </a:solidFill>
                <a:latin typeface="Ubuntu Mono"/>
                <a:ea typeface="DejaVu Sans"/>
              </a:rPr>
              <a:t>                                      </a:t>
            </a:r>
            <a:r>
              <a:rPr b="0" lang="en-US" sz="1000" spc="-1" strike="noStrike">
                <a:solidFill>
                  <a:srgbClr val="ffffff"/>
                </a:solidFill>
                <a:latin typeface="Ubuntu Mono"/>
                <a:ea typeface="DejaVu Sans"/>
              </a:rPr>
              <a:t>r::::rrr:::::::::r  w:::::w         w:::::w         w:::::w    x:::::x    x:::::x</a:t>
            </a:r>
            <a:endParaRPr b="0" lang="en-US" sz="1000" spc="-1" strike="noStrike">
              <a:latin typeface="Arial"/>
            </a:endParaRPr>
          </a:p>
          <a:p>
            <a:pPr>
              <a:lnSpc>
                <a:spcPct val="100000"/>
              </a:lnSpc>
              <a:buNone/>
            </a:pPr>
            <a:r>
              <a:rPr b="0" lang="en-US" sz="1000" spc="-1" strike="noStrike">
                <a:solidFill>
                  <a:srgbClr val="ffffff"/>
                </a:solidFill>
                <a:latin typeface="Ubuntu Mono"/>
                <a:ea typeface="DejaVu Sans"/>
              </a:rPr>
              <a:t>                                      </a:t>
            </a:r>
            <a:r>
              <a:rPr b="0" lang="en-US" sz="1000" spc="-1" strike="noStrike">
                <a:solidFill>
                  <a:srgbClr val="ffffff"/>
                </a:solidFill>
                <a:latin typeface="Ubuntu Mono"/>
                <a:ea typeface="DejaVu Sans"/>
              </a:rPr>
              <a:t>r:::::::::::::::::r  w:::::w       w:::::::w       w:::::w      x:::::x  x:::::x</a:t>
            </a:r>
            <a:endParaRPr b="0" lang="en-US" sz="1000" spc="-1" strike="noStrike">
              <a:latin typeface="Arial"/>
            </a:endParaRPr>
          </a:p>
          <a:p>
            <a:pPr>
              <a:lnSpc>
                <a:spcPct val="100000"/>
              </a:lnSpc>
              <a:buNone/>
            </a:pPr>
            <a:r>
              <a:rPr b="0" lang="en-US" sz="1000" spc="-1" strike="noStrike">
                <a:solidFill>
                  <a:srgbClr val="ffffff"/>
                </a:solidFill>
                <a:latin typeface="Ubuntu Mono"/>
                <a:ea typeface="DejaVu Sans"/>
              </a:rPr>
              <a:t>                                      </a:t>
            </a:r>
            <a:r>
              <a:rPr b="0" lang="en-US" sz="1000" spc="-1" strike="noStrike">
                <a:solidFill>
                  <a:srgbClr val="ffffff"/>
                </a:solidFill>
                <a:latin typeface="Ubuntu Mono"/>
                <a:ea typeface="DejaVu Sans"/>
              </a:rPr>
              <a:t>rr::::::rrrrr::::::r  w:::::w     w:::::::::w     w:::::w        x:::::xx:::::x</a:t>
            </a:r>
            <a:endParaRPr b="0" lang="en-US" sz="1000" spc="-1" strike="noStrike">
              <a:latin typeface="Arial"/>
            </a:endParaRPr>
          </a:p>
          <a:p>
            <a:pPr>
              <a:lnSpc>
                <a:spcPct val="100000"/>
              </a:lnSpc>
              <a:buNone/>
            </a:pPr>
            <a:r>
              <a:rPr b="0" lang="en-US" sz="1000" spc="-1" strike="noStrike">
                <a:solidFill>
                  <a:srgbClr val="ffffff"/>
                </a:solidFill>
                <a:latin typeface="Ubuntu Mono"/>
                <a:ea typeface="DejaVu Sans"/>
              </a:rPr>
              <a:t>                                       </a:t>
            </a:r>
            <a:r>
              <a:rPr b="0" lang="en-US" sz="1000" spc="-1" strike="noStrike">
                <a:solidFill>
                  <a:srgbClr val="ffffff"/>
                </a:solidFill>
                <a:latin typeface="Ubuntu Mono"/>
                <a:ea typeface="DejaVu Sans"/>
              </a:rPr>
              <a:t>r:::::r     r:::::r   w:::::w   w:::::w:::::w   w:::::w          x::::::::::x</a:t>
            </a:r>
            <a:endParaRPr b="0" lang="en-US" sz="1000" spc="-1" strike="noStrike">
              <a:latin typeface="Arial"/>
            </a:endParaRPr>
          </a:p>
          <a:p>
            <a:pPr>
              <a:lnSpc>
                <a:spcPct val="100000"/>
              </a:lnSpc>
              <a:buNone/>
            </a:pPr>
            <a:r>
              <a:rPr b="0" lang="en-US" sz="1000" spc="-1" strike="noStrike">
                <a:solidFill>
                  <a:srgbClr val="ffffff"/>
                </a:solidFill>
                <a:latin typeface="Ubuntu Mono"/>
                <a:ea typeface="DejaVu Sans"/>
              </a:rPr>
              <a:t>                                       </a:t>
            </a:r>
            <a:r>
              <a:rPr b="0" lang="en-US" sz="1000" spc="-1" strike="noStrike">
                <a:solidFill>
                  <a:srgbClr val="ffffff"/>
                </a:solidFill>
                <a:latin typeface="Ubuntu Mono"/>
                <a:ea typeface="DejaVu Sans"/>
              </a:rPr>
              <a:t>r:::::r     rrrrrrr    w:::::w w:::::w w:::::w w:::::w            x::::::::x</a:t>
            </a:r>
            <a:endParaRPr b="0" lang="en-US" sz="1000" spc="-1" strike="noStrike">
              <a:latin typeface="Arial"/>
            </a:endParaRPr>
          </a:p>
          <a:p>
            <a:pPr>
              <a:lnSpc>
                <a:spcPct val="100000"/>
              </a:lnSpc>
              <a:buNone/>
            </a:pPr>
            <a:r>
              <a:rPr b="0" lang="en-US" sz="1000" spc="-1" strike="noStrike">
                <a:solidFill>
                  <a:srgbClr val="ffffff"/>
                </a:solidFill>
                <a:latin typeface="Ubuntu Mono"/>
                <a:ea typeface="DejaVu Sans"/>
              </a:rPr>
              <a:t>                                       </a:t>
            </a:r>
            <a:r>
              <a:rPr b="0" lang="en-US" sz="1000" spc="-1" strike="noStrike">
                <a:solidFill>
                  <a:srgbClr val="ffffff"/>
                </a:solidFill>
                <a:latin typeface="Ubuntu Mono"/>
                <a:ea typeface="DejaVu Sans"/>
              </a:rPr>
              <a:t>r:::::r                 w:::::w:::::w   w:::::w:::::w             x::::::::x</a:t>
            </a:r>
            <a:endParaRPr b="0" lang="en-US" sz="1000" spc="-1" strike="noStrike">
              <a:latin typeface="Arial"/>
            </a:endParaRPr>
          </a:p>
          <a:p>
            <a:pPr>
              <a:lnSpc>
                <a:spcPct val="100000"/>
              </a:lnSpc>
              <a:buNone/>
            </a:pPr>
            <a:r>
              <a:rPr b="0" lang="en-US" sz="1000" spc="-1" strike="noStrike">
                <a:solidFill>
                  <a:srgbClr val="ffffff"/>
                </a:solidFill>
                <a:latin typeface="Ubuntu Mono"/>
                <a:ea typeface="DejaVu Sans"/>
              </a:rPr>
              <a:t>                                       </a:t>
            </a:r>
            <a:r>
              <a:rPr b="0" lang="en-US" sz="1000" spc="-1" strike="noStrike">
                <a:solidFill>
                  <a:srgbClr val="ffffff"/>
                </a:solidFill>
                <a:latin typeface="Ubuntu Mono"/>
                <a:ea typeface="DejaVu Sans"/>
              </a:rPr>
              <a:t>r:::::r                  w:::::::::w     w:::::::::w             x::::::::::x</a:t>
            </a:r>
            <a:endParaRPr b="0" lang="en-US" sz="1000" spc="-1" strike="noStrike">
              <a:latin typeface="Arial"/>
            </a:endParaRPr>
          </a:p>
          <a:p>
            <a:pPr>
              <a:lnSpc>
                <a:spcPct val="100000"/>
              </a:lnSpc>
              <a:buNone/>
            </a:pPr>
            <a:r>
              <a:rPr b="0" lang="en-US" sz="1000" spc="-1" strike="noStrike">
                <a:solidFill>
                  <a:srgbClr val="ffffff"/>
                </a:solidFill>
                <a:latin typeface="Ubuntu Mono"/>
                <a:ea typeface="DejaVu Sans"/>
              </a:rPr>
              <a:t>                                       </a:t>
            </a:r>
            <a:r>
              <a:rPr b="0" lang="en-US" sz="1000" spc="-1" strike="noStrike">
                <a:solidFill>
                  <a:srgbClr val="ffffff"/>
                </a:solidFill>
                <a:latin typeface="Ubuntu Mono"/>
                <a:ea typeface="DejaVu Sans"/>
              </a:rPr>
              <a:t>r:::::r                   w:::::::w       w:::::::w             x:::::xx:::::x</a:t>
            </a:r>
            <a:endParaRPr b="0" lang="en-US" sz="1000" spc="-1" strike="noStrike">
              <a:latin typeface="Arial"/>
            </a:endParaRPr>
          </a:p>
          <a:p>
            <a:pPr>
              <a:lnSpc>
                <a:spcPct val="100000"/>
              </a:lnSpc>
              <a:buNone/>
            </a:pPr>
            <a:r>
              <a:rPr b="0" lang="en-US" sz="1000" spc="-1" strike="noStrike">
                <a:solidFill>
                  <a:srgbClr val="ffffff"/>
                </a:solidFill>
                <a:latin typeface="Ubuntu Mono"/>
                <a:ea typeface="DejaVu Sans"/>
              </a:rPr>
              <a:t>                                       </a:t>
            </a:r>
            <a:r>
              <a:rPr b="0" lang="en-US" sz="1000" spc="-1" strike="noStrike">
                <a:solidFill>
                  <a:srgbClr val="ffffff"/>
                </a:solidFill>
                <a:latin typeface="Ubuntu Mono"/>
                <a:ea typeface="DejaVu Sans"/>
              </a:rPr>
              <a:t>r:::::r                    w:::::w         w:::::w             x:::::x  x:::::x</a:t>
            </a:r>
            <a:endParaRPr b="0" lang="en-US" sz="1000" spc="-1" strike="noStrike">
              <a:latin typeface="Arial"/>
            </a:endParaRPr>
          </a:p>
          <a:p>
            <a:pPr>
              <a:lnSpc>
                <a:spcPct val="100000"/>
              </a:lnSpc>
              <a:buNone/>
            </a:pPr>
            <a:r>
              <a:rPr b="0" lang="en-US" sz="1000" spc="-1" strike="noStrike">
                <a:solidFill>
                  <a:srgbClr val="ffffff"/>
                </a:solidFill>
                <a:latin typeface="Ubuntu Mono"/>
                <a:ea typeface="DejaVu Sans"/>
              </a:rPr>
              <a:t>                                       </a:t>
            </a:r>
            <a:r>
              <a:rPr b="0" lang="en-US" sz="1000" spc="-1" strike="noStrike">
                <a:solidFill>
                  <a:srgbClr val="ffffff"/>
                </a:solidFill>
                <a:latin typeface="Ubuntu Mono"/>
                <a:ea typeface="DejaVu Sans"/>
              </a:rPr>
              <a:t>r:::::r                     w:::w           w:::w             x:::::x    x:::::x</a:t>
            </a:r>
            <a:endParaRPr b="0" lang="en-US" sz="1000" spc="-1" strike="noStrike">
              <a:latin typeface="Arial"/>
            </a:endParaRPr>
          </a:p>
          <a:p>
            <a:pPr>
              <a:lnSpc>
                <a:spcPct val="100000"/>
              </a:lnSpc>
              <a:buNone/>
            </a:pPr>
            <a:r>
              <a:rPr b="0" lang="en-US" sz="1000" spc="-1" strike="noStrike">
                <a:solidFill>
                  <a:srgbClr val="ffffff"/>
                </a:solidFill>
                <a:latin typeface="Ubuntu Mono"/>
                <a:ea typeface="DejaVu Sans"/>
              </a:rPr>
              <a:t>                                       </a:t>
            </a:r>
            <a:r>
              <a:rPr b="0" lang="en-US" sz="1000" spc="-1" strike="noStrike">
                <a:solidFill>
                  <a:srgbClr val="ffffff"/>
                </a:solidFill>
                <a:latin typeface="Ubuntu Mono"/>
                <a:ea typeface="DejaVu Sans"/>
              </a:rPr>
              <a:t>rrrrrrr                      www             www             xxxxxxx      xxxxxxx</a:t>
            </a:r>
            <a:endParaRPr b="0" lang="en-US" sz="1000" spc="-1" strike="noStrike">
              <a:latin typeface="Arial"/>
            </a:endParaRPr>
          </a:p>
        </p:txBody>
      </p:sp>
      <p:sp>
        <p:nvSpPr>
          <p:cNvPr id="4" name="PlaceHolder 3"/>
          <p:cNvSpPr>
            <a:spLocks noGrp="1"/>
          </p:cNvSpPr>
          <p:nvPr>
            <p:ph type="sldNum" idx="2"/>
          </p:nvPr>
        </p:nvSpPr>
        <p:spPr/>
        <p:txBody>
          <a:bodyPr/>
          <a:p>
            <a:fld id="{853B92AA-712E-4A41-B139-8CC08984BF30}" type="slidenum">
              <a:t>18</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9" name="" descr=""/>
          <p:cNvPicPr/>
          <p:nvPr/>
        </p:nvPicPr>
        <p:blipFill>
          <a:blip r:embed="rId1"/>
          <a:stretch/>
        </p:blipFill>
        <p:spPr>
          <a:xfrm>
            <a:off x="0" y="360"/>
            <a:ext cx="10283400" cy="5711040"/>
          </a:xfrm>
          <a:prstGeom prst="rect">
            <a:avLst/>
          </a:prstGeom>
          <a:ln w="10800">
            <a:noFill/>
          </a:ln>
        </p:spPr>
      </p:pic>
      <p:sp>
        <p:nvSpPr>
          <p:cNvPr id="2" name="PlaceHolder 1"/>
          <p:cNvSpPr>
            <a:spLocks noGrp="1"/>
          </p:cNvSpPr>
          <p:nvPr>
            <p:ph type="sldNum" idx="2"/>
          </p:nvPr>
        </p:nvSpPr>
        <p:spPr/>
        <p:txBody>
          <a:bodyPr/>
          <a:p>
            <a:fld id="{12CCE0BC-9BFE-4E2D-A740-F86CF67B7C84}" type="slidenum">
              <a:t>19</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3635</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2026-08-29T09:25:53Z</dcterms:created>
  <dc:creator/>
  <dc:description/>
  <dc:language>en-US</dc:language>
  <cp:lastModifiedBy/>
  <dcterms:modified xsi:type="dcterms:W3CDTF">2026-09-02T00:37:20Z</dcterms:modified>
  <cp:revision>79</cp:revision>
  <dc:subject/>
  <dc:title>Portfolio</dc:title>
</cp:coreProperties>
</file>

<file path=docProps/custom.xml><?xml version="1.0" encoding="utf-8"?>
<Properties xmlns="http://schemas.openxmlformats.org/officeDocument/2006/custom-properties" xmlns:vt="http://schemas.openxmlformats.org/officeDocument/2006/docPropsVTypes"/>
</file>