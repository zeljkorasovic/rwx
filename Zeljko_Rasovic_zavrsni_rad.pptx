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4.xml.rels" ContentType="application/vnd.openxmlformats-package.relationships+xml"/>
  <Override PartName="/ppt/slideMasters/_rels/slideMaster1.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_rels/presentation.xml.rels" ContentType="application/vnd.openxmlformats-package.relationships+xml"/>
  <Override PartName="/ppt/slideLayouts/_rels/slideLayout5.xml.rels" ContentType="application/vnd.openxmlformats-package.relationships+xml"/>
  <Override PartName="/ppt/slideLayouts/_rels/slideLayout25.xml.rels" ContentType="application/vnd.openxmlformats-package.relationships+xml"/>
  <Override PartName="/ppt/slideLayouts/_rels/slideLayout10.xml.rels" ContentType="application/vnd.openxmlformats-package.relationships+xml"/>
  <Override PartName="/ppt/slideLayouts/_rels/slideLayout32.xml.rels" ContentType="application/vnd.openxmlformats-package.relationships+xml"/>
  <Override PartName="/ppt/slideLayouts/_rels/slideLayout16.xml.rels" ContentType="application/vnd.openxmlformats-package.relationships+xml"/>
  <Override PartName="/ppt/slideLayouts/_rels/slideLayout47.xml.rels" ContentType="application/vnd.openxmlformats-package.relationships+xml"/>
  <Override PartName="/ppt/slideLayouts/_rels/slideLayout26.xml.rels" ContentType="application/vnd.openxmlformats-package.relationships+xml"/>
  <Override PartName="/ppt/slideLayouts/_rels/slideLayout11.xml.rels" ContentType="application/vnd.openxmlformats-package.relationships+xml"/>
  <Override PartName="/ppt/slideLayouts/_rels/slideLayout17.xml.rels" ContentType="application/vnd.openxmlformats-package.relationships+xml"/>
  <Override PartName="/ppt/slideLayouts/_rels/slideLayout12.xml.rels" ContentType="application/vnd.openxmlformats-package.relationships+xml"/>
  <Override PartName="/ppt/slideLayouts/_rels/slideLayout18.xml.rels" ContentType="application/vnd.openxmlformats-package.relationships+xml"/>
  <Override PartName="/ppt/slideLayouts/_rels/slideLayout13.xml.rels" ContentType="application/vnd.openxmlformats-package.relationships+xml"/>
  <Override PartName="/ppt/slideLayouts/_rels/slideLayout19.xml.rels" ContentType="application/vnd.openxmlformats-package.relationships+xml"/>
  <Override PartName="/ppt/slideLayouts/_rels/slideLayout31.xml.rels" ContentType="application/vnd.openxmlformats-package.relationships+xml"/>
  <Override PartName="/ppt/slideLayouts/_rels/slideLayout24.xml.rels" ContentType="application/vnd.openxmlformats-package.relationships+xml"/>
  <Override PartName="/ppt/slideLayouts/_rels/slideLayout15.xml.rels" ContentType="application/vnd.openxmlformats-package.relationships+xml"/>
  <Override PartName="/ppt/slideLayouts/_rels/slideLayout6.xml.rels" ContentType="application/vnd.openxmlformats-package.relationships+xml"/>
  <Override PartName="/ppt/slideLayouts/_rels/slideLayout42.xml.rels" ContentType="application/vnd.openxmlformats-package.relationships+xml"/>
  <Override PartName="/ppt/slideLayouts/_rels/slideLayout35.xml.rels" ContentType="application/vnd.openxmlformats-package.relationships+xml"/>
  <Override PartName="/ppt/slideLayouts/_rels/slideLayout20.xml.rels" ContentType="application/vnd.openxmlformats-package.relationships+xml"/>
  <Override PartName="/ppt/slideLayouts/_rels/slideLayout41.xml.rels" ContentType="application/vnd.openxmlformats-package.relationships+xml"/>
  <Override PartName="/ppt/slideLayouts/_rels/slideLayout34.xml.rels" ContentType="application/vnd.openxmlformats-package.relationships+xml"/>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9.xml.rels" ContentType="application/vnd.openxmlformats-package.relationships+xml"/>
  <Override PartName="/ppt/slideLayouts/_rels/slideLayout2.xml.rels" ContentType="application/vnd.openxmlformats-package.relationships+xml"/>
  <Override PartName="/ppt/slideLayouts/_rels/slideLayout8.xml.rels" ContentType="application/vnd.openxmlformats-package.relationships+xml"/>
  <Override PartName="/ppt/slideLayouts/_rels/slideLayout36.xml.rels" ContentType="application/vnd.openxmlformats-package.relationships+xml"/>
  <Override PartName="/ppt/slideLayouts/_rels/slideLayout21.xml.rels" ContentType="application/vnd.openxmlformats-package.relationships+xml"/>
  <Override PartName="/ppt/slideLayouts/_rels/slideLayout43.xml.rels" ContentType="application/vnd.openxmlformats-package.relationships+xml"/>
  <Override PartName="/ppt/slideLayouts/_rels/slideLayout27.xml.rels" ContentType="application/vnd.openxmlformats-package.relationships+xml"/>
  <Override PartName="/ppt/slideLayouts/_rels/slideLayout23.xml.rels" ContentType="application/vnd.openxmlformats-package.relationships+xml"/>
  <Override PartName="/ppt/slideLayouts/_rels/slideLayout38.xml.rels" ContentType="application/vnd.openxmlformats-package.relationships+xml"/>
  <Override PartName="/ppt/slideLayouts/_rels/slideLayout29.xml.rels" ContentType="application/vnd.openxmlformats-package.relationships+xml"/>
  <Override PartName="/ppt/slideLayouts/_rels/slideLayout14.xml.rels" ContentType="application/vnd.openxmlformats-package.relationships+xml"/>
  <Override PartName="/ppt/slideLayouts/_rels/slideLayout45.xml.rels" ContentType="application/vnd.openxmlformats-package.relationships+xml"/>
  <Override PartName="/ppt/slideLayouts/_rels/slideLayout30.xml.rels" ContentType="application/vnd.openxmlformats-package.relationships+xml"/>
  <Override PartName="/ppt/slideLayouts/_rels/slideLayout1.xml.rels" ContentType="application/vnd.openxmlformats-package.relationships+xml"/>
  <Override PartName="/ppt/slideLayouts/_rels/slideLayout7.xml.rels" ContentType="application/vnd.openxmlformats-package.relationships+xml"/>
  <Override PartName="/ppt/slideLayouts/_rels/slideLayout22.xml.rels" ContentType="application/vnd.openxmlformats-package.relationships+xml"/>
  <Override PartName="/ppt/slideLayouts/_rels/slideLayout37.xml.rels" ContentType="application/vnd.openxmlformats-package.relationships+xml"/>
  <Override PartName="/ppt/slideLayouts/_rels/slideLayout28.xml.rels" ContentType="application/vnd.openxmlformats-package.relationships+xml"/>
  <Override PartName="/ppt/slideLayouts/_rels/slideLayout44.xml.rels" ContentType="application/vnd.openxmlformats-package.relationships+xml"/>
  <Override PartName="/ppt/slideLayouts/_rels/slideLayout46.xml.rels" ContentType="application/vnd.openxmlformats-package.relationships+xml"/>
  <Override PartName="/ppt/slideLayouts/_rels/slideLayout48.xml.rels" ContentType="application/vnd.openxmlformats-package.relationships+xml"/>
  <Override PartName="/ppt/slideLayouts/_rels/slideLayout33.xml.rels" ContentType="application/vnd.openxmlformats-package.relationships+xml"/>
  <Override PartName="/ppt/slideLayouts/_rels/slideLayout40.xml.rels" ContentType="application/vnd.openxmlformats-package.relationships+xml"/>
  <Override PartName="/ppt/slideLayouts/_rels/slideLayout39.xml.rels" ContentType="application/vnd.openxmlformats-package.relationships+xml"/>
  <Override PartName="/ppt/slideLayouts/slideLayout29.xml" ContentType="application/vnd.openxmlformats-officedocument.presentationml.slideLayout+xml"/>
  <Override PartName="/ppt/slideLayouts/slideLayout9.xml" ContentType="application/vnd.openxmlformats-officedocument.presentationml.slideLayout+xml"/>
  <Override PartName="/ppt/slideLayouts/slideLayout28.xml" ContentType="application/vnd.openxmlformats-officedocument.presentationml.slideLayout+xml"/>
  <Override PartName="/ppt/slideLayouts/slideLayout8.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7.xml" ContentType="application/vnd.openxmlformats-officedocument.presentationml.slideLayout+xml"/>
  <Override PartName="/ppt/slideLayouts/slideLayout1.xml" ContentType="application/vnd.openxmlformats-officedocument.presentationml.slideLayout+xml"/>
  <Override PartName="/ppt/slideLayouts/slideLayout21.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22.xml" ContentType="application/vnd.openxmlformats-officedocument.presentationml.slideLayout+xml"/>
  <Override PartName="/ppt/slideLayouts/slideLayout19.xml" ContentType="application/vnd.openxmlformats-officedocument.presentationml.slideLayout+xml"/>
  <Override PartName="/ppt/slideLayouts/slideLayout3.xml" ContentType="application/vnd.openxmlformats-officedocument.presentationml.slideLayout+xml"/>
  <Override PartName="/ppt/slideLayouts/slideLayout23.xml" ContentType="application/vnd.openxmlformats-officedocument.presentationml.slideLayout+xml"/>
  <Override PartName="/ppt/slideLayouts/slideLayout4.xml" ContentType="application/vnd.openxmlformats-officedocument.presentationml.slideLayout+xml"/>
  <Override PartName="/ppt/slideLayouts/slideLayout2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0.xml" ContentType="application/vnd.openxmlformats-officedocument.presentationml.slideLayout+xml"/>
  <Override PartName="/ppt/slideLayouts/slideLayout39.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34.xml" ContentType="application/vnd.openxmlformats-officedocument.presentationml.slideLayout+xml"/>
  <Override PartName="/ppt/slideLayouts/slideLayout46.xml" ContentType="application/vnd.openxmlformats-officedocument.presentationml.slideLayout+xml"/>
  <Override PartName="/ppt/slideLayouts/slideLayout33.xml" ContentType="application/vnd.openxmlformats-officedocument.presentationml.slideLayout+xml"/>
  <Override PartName="/ppt/slideLayouts/slideLayout32.xml" ContentType="application/vnd.openxmlformats-officedocument.presentationml.slideLayout+xml"/>
  <Override PartName="/ppt/slideLayouts/slideLayout31.xml" ContentType="application/vnd.openxmlformats-officedocument.presentationml.slideLayout+xml"/>
  <Override PartName="/ppt/slideLayouts/slideLayout30.xml" ContentType="application/vnd.openxmlformats-officedocument.presentationml.slideLayout+xml"/>
  <Override PartName="/ppt/slideLayouts/slideLayout13.xml" ContentType="application/vnd.openxmlformats-officedocument.presentationml.slideLayout+xml"/>
  <Override PartName="/ppt/slideLayouts/slideLayout11.xml" ContentType="application/vnd.openxmlformats-officedocument.presentationml.slideLayout+xml"/>
  <Override PartName="/ppt/slideLayouts/slideLayout48.xml" ContentType="application/vnd.openxmlformats-officedocument.presentationml.slideLayout+xml"/>
  <Override PartName="/ppt/slideLayouts/slideLayout12.xml" ContentType="application/vnd.openxmlformats-officedocument.presentationml.slideLayout+xml"/>
  <Override PartName="/ppt/slideLayouts/slideLayout10.xml" ContentType="application/vnd.openxmlformats-officedocument.presentationml.slideLayout+xml"/>
  <Override PartName="/ppt/slideLayouts/slideLayout47.xml" ContentType="application/vnd.openxmlformats-officedocument.presentationml.slideLayout+xml"/>
  <Override PartName="/ppt/slideLayouts/slideLayout27.xml" ContentType="application/vnd.openxmlformats-officedocument.presentationml.slideLayout+xml"/>
  <Override PartName="/ppt/slideLayouts/slideLayout7.xml" ContentType="application/vnd.openxmlformats-officedocument.presentationml.slideLayout+xml"/>
  <Override PartName="/ppt/slideLayouts/slideLayout26.xml" ContentType="application/vnd.openxmlformats-officedocument.presentationml.slideLayout+xml"/>
  <Override PartName="/ppt/slideLayouts/slideLayout6.xml" ContentType="application/vnd.openxmlformats-officedocument.presentationml.slideLayout+xml"/>
  <Override PartName="/ppt/slideLayouts/slideLayout25.xml" ContentType="application/vnd.openxmlformats-officedocument.presentationml.slideLayout+xml"/>
  <Override PartName="/ppt/slideLayouts/slideLayout5.xml" ContentType="application/vnd.openxmlformats-officedocument.presentationml.slideLayout+xml"/>
  <Override PartName="/ppt/media/image1.jpeg" ContentType="image/jpeg"/>
  <Override PartName="/ppt/media/image2.jpeg" ContentType="image/jpeg"/>
  <Override PartName="/ppt/media/image3.png" ContentType="image/png"/>
  <Override PartName="/ppt/media/image4.png" ContentType="image/png"/>
  <Override PartName="/ppt/media/image5.jpeg" ContentType="image/jpeg"/>
  <Override PartName="/ppt/media/image10.jpeg" ContentType="image/jpeg"/>
  <Override PartName="/ppt/media/image6.jpeg" ContentType="image/jpeg"/>
  <Override PartName="/ppt/media/image8.png" ContentType="image/png"/>
  <Override PartName="/ppt/media/image7.png" ContentType="image/png"/>
  <Override PartName="/ppt/media/image9.png" ContentType="image/png"/>
  <Override PartName="/ppt/presProps.xml" ContentType="application/vnd.openxmlformats-officedocument.presentationml.presPro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9.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3.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_rels/slide7.xml.rels" ContentType="application/vnd.openxmlformats-package.relationships+xml"/>
  <Override PartName="/ppt/slides/_rels/slide6.xml.rels" ContentType="application/vnd.openxmlformats-package.relationships+xml"/>
  <Override PartName="/ppt/slides/_rels/slide3.xml.rels" ContentType="application/vnd.openxmlformats-package.relationships+xml"/>
  <Override PartName="/ppt/slides/_rels/slide5.xml.rels" ContentType="application/vnd.openxmlformats-package.relationships+xml"/>
  <Override PartName="/ppt/slides/_rels/slide2.xml.rels" ContentType="application/vnd.openxmlformats-package.relationships+xml"/>
  <Override PartName="/ppt/slides/_rels/slide4.xml.rels" ContentType="application/vnd.openxmlformats-package.relationships+xml"/>
  <Override PartName="/ppt/slides/_rels/slide13.xml.rels" ContentType="application/vnd.openxmlformats-package.relationships+xml"/>
  <Override PartName="/ppt/slides/_rels/slide16.xml.rels" ContentType="application/vnd.openxmlformats-package.relationships+xml"/>
  <Override PartName="/ppt/slides/_rels/slide12.xml.rels" ContentType="application/vnd.openxmlformats-package.relationships+xml"/>
  <Override PartName="/ppt/slides/_rels/slide15.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8.xml.rels" ContentType="application/vnd.openxmlformats-package.relationships+xml"/>
  <Override PartName="/ppt/slides/_rels/slide19.xml.rels" ContentType="application/vnd.openxmlformats-package.relationships+xml"/>
  <Override PartName="/ppt/slides/_rels/slide18.xml.rels" ContentType="application/vnd.openxmlformats-package.relationships+xml"/>
  <Override PartName="/ppt/slides/_rels/slide17.xml.rels" ContentType="application/vnd.openxmlformats-package.relationships+xml"/>
  <Override PartName="/ppt/slides/_rels/slide1.xml.rels" ContentType="application/vnd.openxmlformats-package.relationships+xml"/>
  <Override PartName="/ppt/slides/slide16.xml" ContentType="application/vnd.openxmlformats-officedocument.presentationml.slide+xml"/>
  <Override PartName="/ppt/slides/slide1.xml" ContentType="application/vnd.openxmlformats-officedocument.presentationml.slide+xml"/>
  <Override PartName="/ppt/slides/slide15.xml" ContentType="application/vnd.openxmlformats-officedocument.presentationml.slide+xml"/>
  <Override PartName="/ppt/slides/slide1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 id="2147483687" r:id="rId5"/>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0080625" cy="567055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 name="PlaceHolder 2"/>
          <p:cNvSpPr>
            <a:spLocks noGrp="1"/>
          </p:cNvSpPr>
          <p:nvPr>
            <p:ph type="subTitle"/>
          </p:nvPr>
        </p:nvSpPr>
        <p:spPr>
          <a:xfrm>
            <a:off x="504000" y="1326600"/>
            <a:ext cx="9072000" cy="328860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9" name="PlaceHolder 2"/>
          <p:cNvSpPr>
            <a:spLocks noGrp="1"/>
          </p:cNvSpPr>
          <p:nvPr>
            <p:ph/>
          </p:nvPr>
        </p:nvSpPr>
        <p:spPr>
          <a:xfrm>
            <a:off x="504000" y="1326600"/>
            <a:ext cx="9072000" cy="328860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1" name="PlaceHolder 2"/>
          <p:cNvSpPr>
            <a:spLocks noGrp="1"/>
          </p:cNvSpPr>
          <p:nvPr>
            <p:ph/>
          </p:nvPr>
        </p:nvSpPr>
        <p:spPr>
          <a:xfrm>
            <a:off x="50400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12" name="PlaceHolder 3"/>
          <p:cNvSpPr>
            <a:spLocks noGrp="1"/>
          </p:cNvSpPr>
          <p:nvPr>
            <p:ph/>
          </p:nvPr>
        </p:nvSpPr>
        <p:spPr>
          <a:xfrm>
            <a:off x="515268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3"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4" name="PlaceHolder 1"/>
          <p:cNvSpPr>
            <a:spLocks noGrp="1"/>
          </p:cNvSpPr>
          <p:nvPr>
            <p:ph type="subTitle"/>
          </p:nvPr>
        </p:nvSpPr>
        <p:spPr>
          <a:xfrm>
            <a:off x="504000" y="226080"/>
            <a:ext cx="9072000" cy="438840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6" name="PlaceHolder 2"/>
          <p:cNvSpPr>
            <a:spLocks noGrp="1"/>
          </p:cNvSpPr>
          <p:nvPr>
            <p:ph/>
          </p:nvPr>
        </p:nvSpPr>
        <p:spPr>
          <a:xfrm>
            <a:off x="50400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7" name="PlaceHolder 3"/>
          <p:cNvSpPr>
            <a:spLocks noGrp="1"/>
          </p:cNvSpPr>
          <p:nvPr>
            <p:ph/>
          </p:nvPr>
        </p:nvSpPr>
        <p:spPr>
          <a:xfrm>
            <a:off x="515268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18" name="PlaceHolder 4"/>
          <p:cNvSpPr>
            <a:spLocks noGrp="1"/>
          </p:cNvSpPr>
          <p:nvPr>
            <p:ph/>
          </p:nvPr>
        </p:nvSpPr>
        <p:spPr>
          <a:xfrm>
            <a:off x="50400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0" name="PlaceHolder 2"/>
          <p:cNvSpPr>
            <a:spLocks noGrp="1"/>
          </p:cNvSpPr>
          <p:nvPr>
            <p:ph/>
          </p:nvPr>
        </p:nvSpPr>
        <p:spPr>
          <a:xfrm>
            <a:off x="50400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21" name="PlaceHolder 3"/>
          <p:cNvSpPr>
            <a:spLocks noGrp="1"/>
          </p:cNvSpPr>
          <p:nvPr>
            <p:ph/>
          </p:nvPr>
        </p:nvSpPr>
        <p:spPr>
          <a:xfrm>
            <a:off x="515268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22" name="PlaceHolder 4"/>
          <p:cNvSpPr>
            <a:spLocks noGrp="1"/>
          </p:cNvSpPr>
          <p:nvPr>
            <p:ph/>
          </p:nvPr>
        </p:nvSpPr>
        <p:spPr>
          <a:xfrm>
            <a:off x="515268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4" name="PlaceHolder 2"/>
          <p:cNvSpPr>
            <a:spLocks noGrp="1"/>
          </p:cNvSpPr>
          <p:nvPr>
            <p:ph/>
          </p:nvPr>
        </p:nvSpPr>
        <p:spPr>
          <a:xfrm>
            <a:off x="50400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25" name="PlaceHolder 3"/>
          <p:cNvSpPr>
            <a:spLocks noGrp="1"/>
          </p:cNvSpPr>
          <p:nvPr>
            <p:ph/>
          </p:nvPr>
        </p:nvSpPr>
        <p:spPr>
          <a:xfrm>
            <a:off x="515268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26" name="PlaceHolder 4"/>
          <p:cNvSpPr>
            <a:spLocks noGrp="1"/>
          </p:cNvSpPr>
          <p:nvPr>
            <p:ph/>
          </p:nvPr>
        </p:nvSpPr>
        <p:spPr>
          <a:xfrm>
            <a:off x="504000" y="3044520"/>
            <a:ext cx="9072000" cy="156852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28" name="PlaceHolder 2"/>
          <p:cNvSpPr>
            <a:spLocks noGrp="1"/>
          </p:cNvSpPr>
          <p:nvPr>
            <p:ph/>
          </p:nvPr>
        </p:nvSpPr>
        <p:spPr>
          <a:xfrm>
            <a:off x="504000" y="1326600"/>
            <a:ext cx="9072000" cy="1568520"/>
          </a:xfrm>
          <a:prstGeom prst="rect">
            <a:avLst/>
          </a:prstGeom>
          <a:noFill/>
          <a:ln w="0">
            <a:noFill/>
          </a:ln>
        </p:spPr>
        <p:txBody>
          <a:bodyPr lIns="0" rIns="0" tIns="0" bIns="0" anchor="t">
            <a:normAutofit/>
          </a:bodyPr>
          <a:p>
            <a:endParaRPr b="0" lang="en-US" sz="3200" spc="-1" strike="noStrike">
              <a:latin typeface="Arial"/>
            </a:endParaRPr>
          </a:p>
        </p:txBody>
      </p:sp>
      <p:sp>
        <p:nvSpPr>
          <p:cNvPr id="29" name="PlaceHolder 3"/>
          <p:cNvSpPr>
            <a:spLocks noGrp="1"/>
          </p:cNvSpPr>
          <p:nvPr>
            <p:ph/>
          </p:nvPr>
        </p:nvSpPr>
        <p:spPr>
          <a:xfrm>
            <a:off x="504000" y="3044520"/>
            <a:ext cx="9072000" cy="156852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1" name="PlaceHolder 2"/>
          <p:cNvSpPr>
            <a:spLocks noGrp="1"/>
          </p:cNvSpPr>
          <p:nvPr>
            <p:ph/>
          </p:nvPr>
        </p:nvSpPr>
        <p:spPr>
          <a:xfrm>
            <a:off x="50400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32" name="PlaceHolder 3"/>
          <p:cNvSpPr>
            <a:spLocks noGrp="1"/>
          </p:cNvSpPr>
          <p:nvPr>
            <p:ph/>
          </p:nvPr>
        </p:nvSpPr>
        <p:spPr>
          <a:xfrm>
            <a:off x="515268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33" name="PlaceHolder 4"/>
          <p:cNvSpPr>
            <a:spLocks noGrp="1"/>
          </p:cNvSpPr>
          <p:nvPr>
            <p:ph/>
          </p:nvPr>
        </p:nvSpPr>
        <p:spPr>
          <a:xfrm>
            <a:off x="50400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34" name="PlaceHolder 5"/>
          <p:cNvSpPr>
            <a:spLocks noGrp="1"/>
          </p:cNvSpPr>
          <p:nvPr>
            <p:ph/>
          </p:nvPr>
        </p:nvSpPr>
        <p:spPr>
          <a:xfrm>
            <a:off x="515268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6" name="PlaceHolder 2"/>
          <p:cNvSpPr>
            <a:spLocks noGrp="1"/>
          </p:cNvSpPr>
          <p:nvPr>
            <p:ph/>
          </p:nvPr>
        </p:nvSpPr>
        <p:spPr>
          <a:xfrm>
            <a:off x="504000" y="132660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37" name="PlaceHolder 3"/>
          <p:cNvSpPr>
            <a:spLocks noGrp="1"/>
          </p:cNvSpPr>
          <p:nvPr>
            <p:ph/>
          </p:nvPr>
        </p:nvSpPr>
        <p:spPr>
          <a:xfrm>
            <a:off x="3571560" y="132660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38" name="PlaceHolder 4"/>
          <p:cNvSpPr>
            <a:spLocks noGrp="1"/>
          </p:cNvSpPr>
          <p:nvPr>
            <p:ph/>
          </p:nvPr>
        </p:nvSpPr>
        <p:spPr>
          <a:xfrm>
            <a:off x="6639120" y="132660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39" name="PlaceHolder 5"/>
          <p:cNvSpPr>
            <a:spLocks noGrp="1"/>
          </p:cNvSpPr>
          <p:nvPr>
            <p:ph/>
          </p:nvPr>
        </p:nvSpPr>
        <p:spPr>
          <a:xfrm>
            <a:off x="504000" y="304452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40" name="PlaceHolder 6"/>
          <p:cNvSpPr>
            <a:spLocks noGrp="1"/>
          </p:cNvSpPr>
          <p:nvPr>
            <p:ph/>
          </p:nvPr>
        </p:nvSpPr>
        <p:spPr>
          <a:xfrm>
            <a:off x="3571560" y="304452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41" name="PlaceHolder 7"/>
          <p:cNvSpPr>
            <a:spLocks noGrp="1"/>
          </p:cNvSpPr>
          <p:nvPr>
            <p:ph/>
          </p:nvPr>
        </p:nvSpPr>
        <p:spPr>
          <a:xfrm>
            <a:off x="6639120" y="3044520"/>
            <a:ext cx="2921040" cy="1568520"/>
          </a:xfrm>
          <a:prstGeom prst="rect">
            <a:avLst/>
          </a:prstGeom>
          <a:noFill/>
          <a:ln w="0">
            <a:noFill/>
          </a:ln>
        </p:spPr>
        <p:txBody>
          <a:bodyPr lIns="0" rIns="0" tIns="0" bIns="0" anchor="t">
            <a:normAutofit/>
          </a:bodyPr>
          <a:p>
            <a:endParaRPr b="0" lang="en-US" sz="3200" spc="-1" strike="noStrike">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993D023D-1B25-4BE2-9D51-29DD74551CCD}"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3" name="PlaceHolder 2"/>
          <p:cNvSpPr>
            <a:spLocks noGrp="1"/>
          </p:cNvSpPr>
          <p:nvPr>
            <p:ph type="subTitle"/>
          </p:nvPr>
        </p:nvSpPr>
        <p:spPr>
          <a:xfrm>
            <a:off x="504000" y="1326600"/>
            <a:ext cx="9072000" cy="328860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5BB0C3EF-2CA2-41FD-A7BC-85DFA7724E1F}"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5" name="PlaceHolder 2"/>
          <p:cNvSpPr>
            <a:spLocks noGrp="1"/>
          </p:cNvSpPr>
          <p:nvPr>
            <p:ph/>
          </p:nvPr>
        </p:nvSpPr>
        <p:spPr>
          <a:xfrm>
            <a:off x="504000" y="1326600"/>
            <a:ext cx="9072000" cy="3288600"/>
          </a:xfrm>
          <a:prstGeom prst="rect">
            <a:avLst/>
          </a:prstGeom>
          <a:noFill/>
          <a:ln w="0">
            <a:noFill/>
          </a:ln>
        </p:spPr>
        <p:txBody>
          <a:bodyPr lIns="0" rIns="0" tIns="0" bIns="0" anchor="t">
            <a:normAutofit/>
          </a:bodyPr>
          <a:p>
            <a:endParaRPr b="0" lang="en-US" sz="3200" spc="-1" strike="noStrike">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7800202D-97AE-4CF3-9937-7B245B41C7AB}"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57" name="PlaceHolder 2"/>
          <p:cNvSpPr>
            <a:spLocks noGrp="1"/>
          </p:cNvSpPr>
          <p:nvPr>
            <p:ph/>
          </p:nvPr>
        </p:nvSpPr>
        <p:spPr>
          <a:xfrm>
            <a:off x="50400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58" name="PlaceHolder 3"/>
          <p:cNvSpPr>
            <a:spLocks noGrp="1"/>
          </p:cNvSpPr>
          <p:nvPr>
            <p:ph/>
          </p:nvPr>
        </p:nvSpPr>
        <p:spPr>
          <a:xfrm>
            <a:off x="515268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F2A2A455-7BA4-4EBC-A79A-9945FC5D28E1}"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A847E953-45DA-48AF-8EB6-DA7E374205D6}"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504000" y="226080"/>
            <a:ext cx="9072000" cy="438840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1AE50C2C-3E54-4884-9CD0-380C80C6AA58}"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2" name="PlaceHolder 2"/>
          <p:cNvSpPr>
            <a:spLocks noGrp="1"/>
          </p:cNvSpPr>
          <p:nvPr>
            <p:ph/>
          </p:nvPr>
        </p:nvSpPr>
        <p:spPr>
          <a:xfrm>
            <a:off x="50400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63" name="PlaceHolder 3"/>
          <p:cNvSpPr>
            <a:spLocks noGrp="1"/>
          </p:cNvSpPr>
          <p:nvPr>
            <p:ph/>
          </p:nvPr>
        </p:nvSpPr>
        <p:spPr>
          <a:xfrm>
            <a:off x="515268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64" name="PlaceHolder 4"/>
          <p:cNvSpPr>
            <a:spLocks noGrp="1"/>
          </p:cNvSpPr>
          <p:nvPr>
            <p:ph/>
          </p:nvPr>
        </p:nvSpPr>
        <p:spPr>
          <a:xfrm>
            <a:off x="50400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46E47214-3F58-4E94-934D-31477E8520BA}"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66" name="PlaceHolder 2"/>
          <p:cNvSpPr>
            <a:spLocks noGrp="1"/>
          </p:cNvSpPr>
          <p:nvPr>
            <p:ph/>
          </p:nvPr>
        </p:nvSpPr>
        <p:spPr>
          <a:xfrm>
            <a:off x="50400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67" name="PlaceHolder 3"/>
          <p:cNvSpPr>
            <a:spLocks noGrp="1"/>
          </p:cNvSpPr>
          <p:nvPr>
            <p:ph/>
          </p:nvPr>
        </p:nvSpPr>
        <p:spPr>
          <a:xfrm>
            <a:off x="515268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68" name="PlaceHolder 4"/>
          <p:cNvSpPr>
            <a:spLocks noGrp="1"/>
          </p:cNvSpPr>
          <p:nvPr>
            <p:ph/>
          </p:nvPr>
        </p:nvSpPr>
        <p:spPr>
          <a:xfrm>
            <a:off x="515268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B2B6F005-51D1-4FEB-B664-5552CA171C46}"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0" name="PlaceHolder 2"/>
          <p:cNvSpPr>
            <a:spLocks noGrp="1"/>
          </p:cNvSpPr>
          <p:nvPr>
            <p:ph/>
          </p:nvPr>
        </p:nvSpPr>
        <p:spPr>
          <a:xfrm>
            <a:off x="50400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71" name="PlaceHolder 3"/>
          <p:cNvSpPr>
            <a:spLocks noGrp="1"/>
          </p:cNvSpPr>
          <p:nvPr>
            <p:ph/>
          </p:nvPr>
        </p:nvSpPr>
        <p:spPr>
          <a:xfrm>
            <a:off x="515268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72" name="PlaceHolder 4"/>
          <p:cNvSpPr>
            <a:spLocks noGrp="1"/>
          </p:cNvSpPr>
          <p:nvPr>
            <p:ph/>
          </p:nvPr>
        </p:nvSpPr>
        <p:spPr>
          <a:xfrm>
            <a:off x="504000" y="3044520"/>
            <a:ext cx="9072000" cy="156852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7DDDF571-7CC3-4C34-8A66-EAC31D5CB116}"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4" name="PlaceHolder 2"/>
          <p:cNvSpPr>
            <a:spLocks noGrp="1"/>
          </p:cNvSpPr>
          <p:nvPr>
            <p:ph/>
          </p:nvPr>
        </p:nvSpPr>
        <p:spPr>
          <a:xfrm>
            <a:off x="504000" y="1326600"/>
            <a:ext cx="9072000" cy="1568520"/>
          </a:xfrm>
          <a:prstGeom prst="rect">
            <a:avLst/>
          </a:prstGeom>
          <a:noFill/>
          <a:ln w="0">
            <a:noFill/>
          </a:ln>
        </p:spPr>
        <p:txBody>
          <a:bodyPr lIns="0" rIns="0" tIns="0" bIns="0" anchor="t">
            <a:normAutofit/>
          </a:bodyPr>
          <a:p>
            <a:endParaRPr b="0" lang="en-US" sz="3200" spc="-1" strike="noStrike">
              <a:latin typeface="Arial"/>
            </a:endParaRPr>
          </a:p>
        </p:txBody>
      </p:sp>
      <p:sp>
        <p:nvSpPr>
          <p:cNvPr id="75" name="PlaceHolder 3"/>
          <p:cNvSpPr>
            <a:spLocks noGrp="1"/>
          </p:cNvSpPr>
          <p:nvPr>
            <p:ph/>
          </p:nvPr>
        </p:nvSpPr>
        <p:spPr>
          <a:xfrm>
            <a:off x="504000" y="3044520"/>
            <a:ext cx="9072000" cy="156852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F210C11D-556A-4C88-BB2A-E7197F0210C4}"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77" name="PlaceHolder 2"/>
          <p:cNvSpPr>
            <a:spLocks noGrp="1"/>
          </p:cNvSpPr>
          <p:nvPr>
            <p:ph/>
          </p:nvPr>
        </p:nvSpPr>
        <p:spPr>
          <a:xfrm>
            <a:off x="50400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78" name="PlaceHolder 3"/>
          <p:cNvSpPr>
            <a:spLocks noGrp="1"/>
          </p:cNvSpPr>
          <p:nvPr>
            <p:ph/>
          </p:nvPr>
        </p:nvSpPr>
        <p:spPr>
          <a:xfrm>
            <a:off x="515268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79" name="PlaceHolder 4"/>
          <p:cNvSpPr>
            <a:spLocks noGrp="1"/>
          </p:cNvSpPr>
          <p:nvPr>
            <p:ph/>
          </p:nvPr>
        </p:nvSpPr>
        <p:spPr>
          <a:xfrm>
            <a:off x="50400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80" name="PlaceHolder 5"/>
          <p:cNvSpPr>
            <a:spLocks noGrp="1"/>
          </p:cNvSpPr>
          <p:nvPr>
            <p:ph/>
          </p:nvPr>
        </p:nvSpPr>
        <p:spPr>
          <a:xfrm>
            <a:off x="515268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137499D2-53C1-4962-B77D-91021D3D899D}"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82" name="PlaceHolder 2"/>
          <p:cNvSpPr>
            <a:spLocks noGrp="1"/>
          </p:cNvSpPr>
          <p:nvPr>
            <p:ph/>
          </p:nvPr>
        </p:nvSpPr>
        <p:spPr>
          <a:xfrm>
            <a:off x="504000" y="132660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83" name="PlaceHolder 3"/>
          <p:cNvSpPr>
            <a:spLocks noGrp="1"/>
          </p:cNvSpPr>
          <p:nvPr>
            <p:ph/>
          </p:nvPr>
        </p:nvSpPr>
        <p:spPr>
          <a:xfrm>
            <a:off x="3571560" y="132660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84" name="PlaceHolder 4"/>
          <p:cNvSpPr>
            <a:spLocks noGrp="1"/>
          </p:cNvSpPr>
          <p:nvPr>
            <p:ph/>
          </p:nvPr>
        </p:nvSpPr>
        <p:spPr>
          <a:xfrm>
            <a:off x="6639120" y="132660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85" name="PlaceHolder 5"/>
          <p:cNvSpPr>
            <a:spLocks noGrp="1"/>
          </p:cNvSpPr>
          <p:nvPr>
            <p:ph/>
          </p:nvPr>
        </p:nvSpPr>
        <p:spPr>
          <a:xfrm>
            <a:off x="504000" y="304452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86" name="PlaceHolder 6"/>
          <p:cNvSpPr>
            <a:spLocks noGrp="1"/>
          </p:cNvSpPr>
          <p:nvPr>
            <p:ph/>
          </p:nvPr>
        </p:nvSpPr>
        <p:spPr>
          <a:xfrm>
            <a:off x="3571560" y="304452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87" name="PlaceHolder 7"/>
          <p:cNvSpPr>
            <a:spLocks noGrp="1"/>
          </p:cNvSpPr>
          <p:nvPr>
            <p:ph/>
          </p:nvPr>
        </p:nvSpPr>
        <p:spPr>
          <a:xfrm>
            <a:off x="6639120" y="304452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17AAB2BB-EDAD-42FB-9BB6-121B4F89B3EF}" type="slidenum">
              <a:t>&lt;#&gt;</a:t>
            </a:fld>
          </a:p>
        </p:txBody>
      </p:sp>
      <p:sp>
        <p:nvSpPr>
          <p:cNvPr id="11" name="PlaceHolder 10"/>
          <p:cNvSpPr>
            <a:spLocks noGrp="1"/>
          </p:cNvSpPr>
          <p:nvPr>
            <p:ph type="dt" idx="3"/>
          </p:nvPr>
        </p:nvSpPr>
        <p:spPr/>
        <p:txBody>
          <a:bodyPr/>
          <a:p>
            <a:r>
              <a:rPr lang="en-US"/>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A6358CB7-00C5-4AEE-A647-EB193E1C1110}"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98"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99" name="PlaceHolder 2"/>
          <p:cNvSpPr>
            <a:spLocks noGrp="1"/>
          </p:cNvSpPr>
          <p:nvPr>
            <p:ph type="subTitle"/>
          </p:nvPr>
        </p:nvSpPr>
        <p:spPr>
          <a:xfrm>
            <a:off x="504000" y="1326600"/>
            <a:ext cx="9072000" cy="328860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60A5F280-429A-4740-A523-4BDF697E11A8}"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01" name="PlaceHolder 2"/>
          <p:cNvSpPr>
            <a:spLocks noGrp="1"/>
          </p:cNvSpPr>
          <p:nvPr>
            <p:ph/>
          </p:nvPr>
        </p:nvSpPr>
        <p:spPr>
          <a:xfrm>
            <a:off x="504000" y="1326600"/>
            <a:ext cx="9072000" cy="3288600"/>
          </a:xfrm>
          <a:prstGeom prst="rect">
            <a:avLst/>
          </a:prstGeom>
          <a:noFill/>
          <a:ln w="0">
            <a:noFill/>
          </a:ln>
        </p:spPr>
        <p:txBody>
          <a:bodyPr lIns="0" rIns="0" tIns="0" bIns="0" anchor="t">
            <a:normAutofit/>
          </a:bodyPr>
          <a:p>
            <a:endParaRPr b="0" lang="en-US" sz="3200" spc="-1" strike="noStrike">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3DC80940-7686-47C1-802A-74054CCEFB65}"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02"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03" name="PlaceHolder 2"/>
          <p:cNvSpPr>
            <a:spLocks noGrp="1"/>
          </p:cNvSpPr>
          <p:nvPr>
            <p:ph/>
          </p:nvPr>
        </p:nvSpPr>
        <p:spPr>
          <a:xfrm>
            <a:off x="50400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104" name="PlaceHolder 3"/>
          <p:cNvSpPr>
            <a:spLocks noGrp="1"/>
          </p:cNvSpPr>
          <p:nvPr>
            <p:ph/>
          </p:nvPr>
        </p:nvSpPr>
        <p:spPr>
          <a:xfrm>
            <a:off x="515268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9BBFB42F-32B3-4CF4-85E4-C8A1D21BDC30}"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05"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80AB3CEA-004D-4D17-B244-62A5F03EB46D}"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6" name="PlaceHolder 1"/>
          <p:cNvSpPr>
            <a:spLocks noGrp="1"/>
          </p:cNvSpPr>
          <p:nvPr>
            <p:ph type="subTitle"/>
          </p:nvPr>
        </p:nvSpPr>
        <p:spPr>
          <a:xfrm>
            <a:off x="504000" y="226080"/>
            <a:ext cx="9072000" cy="438840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A83CFCB1-2C16-44C5-99F6-A3EDCD797395}"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07"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08" name="PlaceHolder 2"/>
          <p:cNvSpPr>
            <a:spLocks noGrp="1"/>
          </p:cNvSpPr>
          <p:nvPr>
            <p:ph/>
          </p:nvPr>
        </p:nvSpPr>
        <p:spPr>
          <a:xfrm>
            <a:off x="50400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09" name="PlaceHolder 3"/>
          <p:cNvSpPr>
            <a:spLocks noGrp="1"/>
          </p:cNvSpPr>
          <p:nvPr>
            <p:ph/>
          </p:nvPr>
        </p:nvSpPr>
        <p:spPr>
          <a:xfrm>
            <a:off x="515268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110" name="PlaceHolder 4"/>
          <p:cNvSpPr>
            <a:spLocks noGrp="1"/>
          </p:cNvSpPr>
          <p:nvPr>
            <p:ph/>
          </p:nvPr>
        </p:nvSpPr>
        <p:spPr>
          <a:xfrm>
            <a:off x="50400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00F4FA9D-436E-4E7E-8F58-EB3B615244E6}"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12" name="PlaceHolder 2"/>
          <p:cNvSpPr>
            <a:spLocks noGrp="1"/>
          </p:cNvSpPr>
          <p:nvPr>
            <p:ph/>
          </p:nvPr>
        </p:nvSpPr>
        <p:spPr>
          <a:xfrm>
            <a:off x="50400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113" name="PlaceHolder 3"/>
          <p:cNvSpPr>
            <a:spLocks noGrp="1"/>
          </p:cNvSpPr>
          <p:nvPr>
            <p:ph/>
          </p:nvPr>
        </p:nvSpPr>
        <p:spPr>
          <a:xfrm>
            <a:off x="515268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14" name="PlaceHolder 4"/>
          <p:cNvSpPr>
            <a:spLocks noGrp="1"/>
          </p:cNvSpPr>
          <p:nvPr>
            <p:ph/>
          </p:nvPr>
        </p:nvSpPr>
        <p:spPr>
          <a:xfrm>
            <a:off x="515268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6AD3EEC3-1FE7-4E92-B258-A7140ECB7E64}"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15"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16" name="PlaceHolder 2"/>
          <p:cNvSpPr>
            <a:spLocks noGrp="1"/>
          </p:cNvSpPr>
          <p:nvPr>
            <p:ph/>
          </p:nvPr>
        </p:nvSpPr>
        <p:spPr>
          <a:xfrm>
            <a:off x="50400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17" name="PlaceHolder 3"/>
          <p:cNvSpPr>
            <a:spLocks noGrp="1"/>
          </p:cNvSpPr>
          <p:nvPr>
            <p:ph/>
          </p:nvPr>
        </p:nvSpPr>
        <p:spPr>
          <a:xfrm>
            <a:off x="515268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18" name="PlaceHolder 4"/>
          <p:cNvSpPr>
            <a:spLocks noGrp="1"/>
          </p:cNvSpPr>
          <p:nvPr>
            <p:ph/>
          </p:nvPr>
        </p:nvSpPr>
        <p:spPr>
          <a:xfrm>
            <a:off x="504000" y="3044520"/>
            <a:ext cx="9072000" cy="156852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3056D728-429C-46AB-B398-90E749FFD579}"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19"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20" name="PlaceHolder 2"/>
          <p:cNvSpPr>
            <a:spLocks noGrp="1"/>
          </p:cNvSpPr>
          <p:nvPr>
            <p:ph/>
          </p:nvPr>
        </p:nvSpPr>
        <p:spPr>
          <a:xfrm>
            <a:off x="504000" y="1326600"/>
            <a:ext cx="907200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21" name="PlaceHolder 3"/>
          <p:cNvSpPr>
            <a:spLocks noGrp="1"/>
          </p:cNvSpPr>
          <p:nvPr>
            <p:ph/>
          </p:nvPr>
        </p:nvSpPr>
        <p:spPr>
          <a:xfrm>
            <a:off x="504000" y="3044520"/>
            <a:ext cx="9072000" cy="156852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FEDEFD4F-FF68-45F1-A422-33CF27C3A476}"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22"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23" name="PlaceHolder 2"/>
          <p:cNvSpPr>
            <a:spLocks noGrp="1"/>
          </p:cNvSpPr>
          <p:nvPr>
            <p:ph/>
          </p:nvPr>
        </p:nvSpPr>
        <p:spPr>
          <a:xfrm>
            <a:off x="50400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24" name="PlaceHolder 3"/>
          <p:cNvSpPr>
            <a:spLocks noGrp="1"/>
          </p:cNvSpPr>
          <p:nvPr>
            <p:ph/>
          </p:nvPr>
        </p:nvSpPr>
        <p:spPr>
          <a:xfrm>
            <a:off x="515268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25" name="PlaceHolder 4"/>
          <p:cNvSpPr>
            <a:spLocks noGrp="1"/>
          </p:cNvSpPr>
          <p:nvPr>
            <p:ph/>
          </p:nvPr>
        </p:nvSpPr>
        <p:spPr>
          <a:xfrm>
            <a:off x="50400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26" name="PlaceHolder 5"/>
          <p:cNvSpPr>
            <a:spLocks noGrp="1"/>
          </p:cNvSpPr>
          <p:nvPr>
            <p:ph/>
          </p:nvPr>
        </p:nvSpPr>
        <p:spPr>
          <a:xfrm>
            <a:off x="515268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54C944B4-E0B4-4C53-BFD2-C418309CB385}" type="slidenum">
              <a:t>&lt;#&gt;</a:t>
            </a:fld>
          </a:p>
        </p:txBody>
      </p:sp>
      <p:sp>
        <p:nvSpPr>
          <p:cNvPr id="9" name="PlaceHolder 8"/>
          <p:cNvSpPr>
            <a:spLocks noGrp="1"/>
          </p:cNvSpPr>
          <p:nvPr>
            <p:ph type="dt" idx="6"/>
          </p:nvPr>
        </p:nvSpPr>
        <p:spPr/>
        <p:txBody>
          <a:bodyPr/>
          <a:p>
            <a:r>
              <a:rPr lang="en-US"/>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27"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28" name="PlaceHolder 2"/>
          <p:cNvSpPr>
            <a:spLocks noGrp="1"/>
          </p:cNvSpPr>
          <p:nvPr>
            <p:ph/>
          </p:nvPr>
        </p:nvSpPr>
        <p:spPr>
          <a:xfrm>
            <a:off x="504000" y="132660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29" name="PlaceHolder 3"/>
          <p:cNvSpPr>
            <a:spLocks noGrp="1"/>
          </p:cNvSpPr>
          <p:nvPr>
            <p:ph/>
          </p:nvPr>
        </p:nvSpPr>
        <p:spPr>
          <a:xfrm>
            <a:off x="3571560" y="132660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30" name="PlaceHolder 4"/>
          <p:cNvSpPr>
            <a:spLocks noGrp="1"/>
          </p:cNvSpPr>
          <p:nvPr>
            <p:ph/>
          </p:nvPr>
        </p:nvSpPr>
        <p:spPr>
          <a:xfrm>
            <a:off x="6639120" y="132660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31" name="PlaceHolder 5"/>
          <p:cNvSpPr>
            <a:spLocks noGrp="1"/>
          </p:cNvSpPr>
          <p:nvPr>
            <p:ph/>
          </p:nvPr>
        </p:nvSpPr>
        <p:spPr>
          <a:xfrm>
            <a:off x="504000" y="304452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32" name="PlaceHolder 6"/>
          <p:cNvSpPr>
            <a:spLocks noGrp="1"/>
          </p:cNvSpPr>
          <p:nvPr>
            <p:ph/>
          </p:nvPr>
        </p:nvSpPr>
        <p:spPr>
          <a:xfrm>
            <a:off x="3571560" y="304452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33" name="PlaceHolder 7"/>
          <p:cNvSpPr>
            <a:spLocks noGrp="1"/>
          </p:cNvSpPr>
          <p:nvPr>
            <p:ph/>
          </p:nvPr>
        </p:nvSpPr>
        <p:spPr>
          <a:xfrm>
            <a:off x="6639120" y="304452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0CD708CE-B76D-44F2-A34F-4493F2B2C571}" type="slidenum">
              <a:t>&lt;#&gt;</a:t>
            </a:fld>
          </a:p>
        </p:txBody>
      </p:sp>
      <p:sp>
        <p:nvSpPr>
          <p:cNvPr id="11" name="PlaceHolder 10"/>
          <p:cNvSpPr>
            <a:spLocks noGrp="1"/>
          </p:cNvSpPr>
          <p:nvPr>
            <p:ph type="dt" idx="6"/>
          </p:nvPr>
        </p:nvSpPr>
        <p:spPr/>
        <p:txBody>
          <a:bodyPr/>
          <a:p>
            <a:r>
              <a:rPr lang="en-US"/>
              <a:t/>
            </a: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E587A3D4-C061-4531-9C53-E53A5DA90D8D}"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44"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45" name="PlaceHolder 2"/>
          <p:cNvSpPr>
            <a:spLocks noGrp="1"/>
          </p:cNvSpPr>
          <p:nvPr>
            <p:ph type="subTitle"/>
          </p:nvPr>
        </p:nvSpPr>
        <p:spPr>
          <a:xfrm>
            <a:off x="504000" y="1326600"/>
            <a:ext cx="9072000" cy="328860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588445E4-8F89-4E7A-B87B-FF2CA4F9485A}"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46"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47" name="PlaceHolder 2"/>
          <p:cNvSpPr>
            <a:spLocks noGrp="1"/>
          </p:cNvSpPr>
          <p:nvPr>
            <p:ph/>
          </p:nvPr>
        </p:nvSpPr>
        <p:spPr>
          <a:xfrm>
            <a:off x="504000" y="1326600"/>
            <a:ext cx="9072000" cy="3288600"/>
          </a:xfrm>
          <a:prstGeom prst="rect">
            <a:avLst/>
          </a:prstGeom>
          <a:noFill/>
          <a:ln w="0">
            <a:noFill/>
          </a:ln>
        </p:spPr>
        <p:txBody>
          <a:bodyPr lIns="0" rIns="0" tIns="0" bIns="0" anchor="t">
            <a:normAutofit/>
          </a:bodyPr>
          <a:p>
            <a:endParaRPr b="0" lang="en-US" sz="3200" spc="-1" strike="noStrike">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5D2B452F-BCF0-47B1-AAFE-BA8C0CE17373}"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48"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49" name="PlaceHolder 2"/>
          <p:cNvSpPr>
            <a:spLocks noGrp="1"/>
          </p:cNvSpPr>
          <p:nvPr>
            <p:ph/>
          </p:nvPr>
        </p:nvSpPr>
        <p:spPr>
          <a:xfrm>
            <a:off x="50400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150" name="PlaceHolder 3"/>
          <p:cNvSpPr>
            <a:spLocks noGrp="1"/>
          </p:cNvSpPr>
          <p:nvPr>
            <p:ph/>
          </p:nvPr>
        </p:nvSpPr>
        <p:spPr>
          <a:xfrm>
            <a:off x="515268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B1361BF4-DD87-4093-BFA1-9C69DE65C18E}"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51"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DD58C345-DBB2-43B8-B58A-4594B686521F}"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52" name="PlaceHolder 1"/>
          <p:cNvSpPr>
            <a:spLocks noGrp="1"/>
          </p:cNvSpPr>
          <p:nvPr>
            <p:ph type="subTitle"/>
          </p:nvPr>
        </p:nvSpPr>
        <p:spPr>
          <a:xfrm>
            <a:off x="504000" y="226080"/>
            <a:ext cx="9072000" cy="4388400"/>
          </a:xfrm>
          <a:prstGeom prst="rect">
            <a:avLst/>
          </a:prstGeom>
          <a:noFill/>
          <a:ln w="0">
            <a:noFill/>
          </a:ln>
        </p:spPr>
        <p:txBody>
          <a:bodyPr lIns="0" rIns="0" tIns="0" bIns="0" anchor="ctr">
            <a:noAutofit/>
          </a:bodyPr>
          <a:p>
            <a:pPr algn="ctr">
              <a:buNone/>
            </a:pPr>
            <a:endParaRPr b="0" lang="en-US" sz="3200" spc="-1" strike="noStrike">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E2F898BB-760A-47DE-9358-C7EE47EBA44D}"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53"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54" name="PlaceHolder 2"/>
          <p:cNvSpPr>
            <a:spLocks noGrp="1"/>
          </p:cNvSpPr>
          <p:nvPr>
            <p:ph/>
          </p:nvPr>
        </p:nvSpPr>
        <p:spPr>
          <a:xfrm>
            <a:off x="50400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55" name="PlaceHolder 3"/>
          <p:cNvSpPr>
            <a:spLocks noGrp="1"/>
          </p:cNvSpPr>
          <p:nvPr>
            <p:ph/>
          </p:nvPr>
        </p:nvSpPr>
        <p:spPr>
          <a:xfrm>
            <a:off x="515268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156" name="PlaceHolder 4"/>
          <p:cNvSpPr>
            <a:spLocks noGrp="1"/>
          </p:cNvSpPr>
          <p:nvPr>
            <p:ph/>
          </p:nvPr>
        </p:nvSpPr>
        <p:spPr>
          <a:xfrm>
            <a:off x="50400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C58B0F97-12B9-4174-9B0E-30D15F7F0180}"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7"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58" name="PlaceHolder 2"/>
          <p:cNvSpPr>
            <a:spLocks noGrp="1"/>
          </p:cNvSpPr>
          <p:nvPr>
            <p:ph/>
          </p:nvPr>
        </p:nvSpPr>
        <p:spPr>
          <a:xfrm>
            <a:off x="504000" y="1326600"/>
            <a:ext cx="4426920" cy="3288600"/>
          </a:xfrm>
          <a:prstGeom prst="rect">
            <a:avLst/>
          </a:prstGeom>
          <a:noFill/>
          <a:ln w="0">
            <a:noFill/>
          </a:ln>
        </p:spPr>
        <p:txBody>
          <a:bodyPr lIns="0" rIns="0" tIns="0" bIns="0" anchor="t">
            <a:normAutofit/>
          </a:bodyPr>
          <a:p>
            <a:endParaRPr b="0" lang="en-US" sz="3200" spc="-1" strike="noStrike">
              <a:latin typeface="Arial"/>
            </a:endParaRPr>
          </a:p>
        </p:txBody>
      </p:sp>
      <p:sp>
        <p:nvSpPr>
          <p:cNvPr id="159" name="PlaceHolder 3"/>
          <p:cNvSpPr>
            <a:spLocks noGrp="1"/>
          </p:cNvSpPr>
          <p:nvPr>
            <p:ph/>
          </p:nvPr>
        </p:nvSpPr>
        <p:spPr>
          <a:xfrm>
            <a:off x="515268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60" name="PlaceHolder 4"/>
          <p:cNvSpPr>
            <a:spLocks noGrp="1"/>
          </p:cNvSpPr>
          <p:nvPr>
            <p:ph/>
          </p:nvPr>
        </p:nvSpPr>
        <p:spPr>
          <a:xfrm>
            <a:off x="515268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00694C70-19AF-495B-BF6A-FB3154D11E49}"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61"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62" name="PlaceHolder 2"/>
          <p:cNvSpPr>
            <a:spLocks noGrp="1"/>
          </p:cNvSpPr>
          <p:nvPr>
            <p:ph/>
          </p:nvPr>
        </p:nvSpPr>
        <p:spPr>
          <a:xfrm>
            <a:off x="50400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63" name="PlaceHolder 3"/>
          <p:cNvSpPr>
            <a:spLocks noGrp="1"/>
          </p:cNvSpPr>
          <p:nvPr>
            <p:ph/>
          </p:nvPr>
        </p:nvSpPr>
        <p:spPr>
          <a:xfrm>
            <a:off x="515268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64" name="PlaceHolder 4"/>
          <p:cNvSpPr>
            <a:spLocks noGrp="1"/>
          </p:cNvSpPr>
          <p:nvPr>
            <p:ph/>
          </p:nvPr>
        </p:nvSpPr>
        <p:spPr>
          <a:xfrm>
            <a:off x="504000" y="3044520"/>
            <a:ext cx="9072000" cy="1568520"/>
          </a:xfrm>
          <a:prstGeom prst="rect">
            <a:avLst/>
          </a:prstGeom>
          <a:noFill/>
          <a:ln w="0">
            <a:noFill/>
          </a:ln>
        </p:spPr>
        <p:txBody>
          <a:bodyPr lIns="0" rIns="0" tIns="0" bIns="0" anchor="t">
            <a:normAutofit/>
          </a:bodyPr>
          <a:p>
            <a:endParaRPr b="0" lang="en-US" sz="3200" spc="-1" strike="noStrike">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9CB5EA5F-CAA5-46B3-946C-094979D4A7DB}"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65"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66" name="PlaceHolder 2"/>
          <p:cNvSpPr>
            <a:spLocks noGrp="1"/>
          </p:cNvSpPr>
          <p:nvPr>
            <p:ph/>
          </p:nvPr>
        </p:nvSpPr>
        <p:spPr>
          <a:xfrm>
            <a:off x="504000" y="1326600"/>
            <a:ext cx="907200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67" name="PlaceHolder 3"/>
          <p:cNvSpPr>
            <a:spLocks noGrp="1"/>
          </p:cNvSpPr>
          <p:nvPr>
            <p:ph/>
          </p:nvPr>
        </p:nvSpPr>
        <p:spPr>
          <a:xfrm>
            <a:off x="504000" y="3044520"/>
            <a:ext cx="9072000" cy="1568520"/>
          </a:xfrm>
          <a:prstGeom prst="rect">
            <a:avLst/>
          </a:prstGeom>
          <a:noFill/>
          <a:ln w="0">
            <a:noFill/>
          </a:ln>
        </p:spPr>
        <p:txBody>
          <a:bodyPr lIns="0" rIns="0" tIns="0" bIns="0" anchor="t">
            <a:normAutofit/>
          </a:bodyPr>
          <a:p>
            <a:endParaRPr b="0" lang="en-US" sz="3200" spc="-1" strike="noStrike">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B74A25F9-412D-4EB0-BE5E-B4B63200D765}"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68"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69" name="PlaceHolder 2"/>
          <p:cNvSpPr>
            <a:spLocks noGrp="1"/>
          </p:cNvSpPr>
          <p:nvPr>
            <p:ph/>
          </p:nvPr>
        </p:nvSpPr>
        <p:spPr>
          <a:xfrm>
            <a:off x="50400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70" name="PlaceHolder 3"/>
          <p:cNvSpPr>
            <a:spLocks noGrp="1"/>
          </p:cNvSpPr>
          <p:nvPr>
            <p:ph/>
          </p:nvPr>
        </p:nvSpPr>
        <p:spPr>
          <a:xfrm>
            <a:off x="5152680" y="132660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71" name="PlaceHolder 4"/>
          <p:cNvSpPr>
            <a:spLocks noGrp="1"/>
          </p:cNvSpPr>
          <p:nvPr>
            <p:ph/>
          </p:nvPr>
        </p:nvSpPr>
        <p:spPr>
          <a:xfrm>
            <a:off x="50400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72" name="PlaceHolder 5"/>
          <p:cNvSpPr>
            <a:spLocks noGrp="1"/>
          </p:cNvSpPr>
          <p:nvPr>
            <p:ph/>
          </p:nvPr>
        </p:nvSpPr>
        <p:spPr>
          <a:xfrm>
            <a:off x="5152680" y="3044520"/>
            <a:ext cx="4426920" cy="1568520"/>
          </a:xfrm>
          <a:prstGeom prst="rect">
            <a:avLst/>
          </a:prstGeom>
          <a:noFill/>
          <a:ln w="0">
            <a:noFill/>
          </a:ln>
        </p:spPr>
        <p:txBody>
          <a:bodyPr lIns="0" rIns="0" tIns="0" bIns="0" anchor="t">
            <a:normAutofit/>
          </a:bodyPr>
          <a:p>
            <a:endParaRPr b="0" lang="en-US" sz="3200" spc="-1" strike="noStrike">
              <a:latin typeface="Arial"/>
            </a:endParaRPr>
          </a:p>
        </p:txBody>
      </p:sp>
      <p:sp>
        <p:nvSpPr>
          <p:cNvPr id="7" name="PlaceHolder 6"/>
          <p:cNvSpPr>
            <a:spLocks noGrp="1"/>
          </p:cNvSpPr>
          <p:nvPr>
            <p:ph type="ftr" idx="7"/>
          </p:nvPr>
        </p:nvSpPr>
        <p:spPr/>
        <p:txBody>
          <a:bodyPr/>
          <a:p>
            <a:r>
              <a:t>Footer</a:t>
            </a:r>
          </a:p>
        </p:txBody>
      </p:sp>
      <p:sp>
        <p:nvSpPr>
          <p:cNvPr id="8" name="PlaceHolder 7"/>
          <p:cNvSpPr>
            <a:spLocks noGrp="1"/>
          </p:cNvSpPr>
          <p:nvPr>
            <p:ph type="sldNum" idx="8"/>
          </p:nvPr>
        </p:nvSpPr>
        <p:spPr/>
        <p:txBody>
          <a:bodyPr/>
          <a:p>
            <a:fld id="{CB2D49B5-A7CF-40CE-9313-C669BCD0A0F6}" type="slidenum">
              <a:t>&lt;#&gt;</a:t>
            </a:fld>
          </a:p>
        </p:txBody>
      </p:sp>
      <p:sp>
        <p:nvSpPr>
          <p:cNvPr id="9" name="PlaceHolder 8"/>
          <p:cNvSpPr>
            <a:spLocks noGrp="1"/>
          </p:cNvSpPr>
          <p:nvPr>
            <p:ph type="dt" idx="9"/>
          </p:nvPr>
        </p:nvSpPr>
        <p:spPr/>
        <p:txBody>
          <a:bodyPr/>
          <a:p>
            <a:r>
              <a:rPr lang="en-US"/>
              <a:t/>
            </a: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73"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endParaRPr b="0" lang="en-US" sz="4400" spc="-1" strike="noStrike">
              <a:latin typeface="Arial"/>
            </a:endParaRPr>
          </a:p>
        </p:txBody>
      </p:sp>
      <p:sp>
        <p:nvSpPr>
          <p:cNvPr id="174" name="PlaceHolder 2"/>
          <p:cNvSpPr>
            <a:spLocks noGrp="1"/>
          </p:cNvSpPr>
          <p:nvPr>
            <p:ph/>
          </p:nvPr>
        </p:nvSpPr>
        <p:spPr>
          <a:xfrm>
            <a:off x="504000" y="132660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75" name="PlaceHolder 3"/>
          <p:cNvSpPr>
            <a:spLocks noGrp="1"/>
          </p:cNvSpPr>
          <p:nvPr>
            <p:ph/>
          </p:nvPr>
        </p:nvSpPr>
        <p:spPr>
          <a:xfrm>
            <a:off x="3571560" y="132660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76" name="PlaceHolder 4"/>
          <p:cNvSpPr>
            <a:spLocks noGrp="1"/>
          </p:cNvSpPr>
          <p:nvPr>
            <p:ph/>
          </p:nvPr>
        </p:nvSpPr>
        <p:spPr>
          <a:xfrm>
            <a:off x="6639120" y="132660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77" name="PlaceHolder 5"/>
          <p:cNvSpPr>
            <a:spLocks noGrp="1"/>
          </p:cNvSpPr>
          <p:nvPr>
            <p:ph/>
          </p:nvPr>
        </p:nvSpPr>
        <p:spPr>
          <a:xfrm>
            <a:off x="504000" y="304452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78" name="PlaceHolder 6"/>
          <p:cNvSpPr>
            <a:spLocks noGrp="1"/>
          </p:cNvSpPr>
          <p:nvPr>
            <p:ph/>
          </p:nvPr>
        </p:nvSpPr>
        <p:spPr>
          <a:xfrm>
            <a:off x="3571560" y="304452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179" name="PlaceHolder 7"/>
          <p:cNvSpPr>
            <a:spLocks noGrp="1"/>
          </p:cNvSpPr>
          <p:nvPr>
            <p:ph/>
          </p:nvPr>
        </p:nvSpPr>
        <p:spPr>
          <a:xfrm>
            <a:off x="6639120" y="3044520"/>
            <a:ext cx="2921040" cy="1568520"/>
          </a:xfrm>
          <a:prstGeom prst="rect">
            <a:avLst/>
          </a:prstGeom>
          <a:noFill/>
          <a:ln w="0">
            <a:noFill/>
          </a:ln>
        </p:spPr>
        <p:txBody>
          <a:bodyPr lIns="0" rIns="0" tIns="0" bIns="0" anchor="t">
            <a:normAutofit/>
          </a:bodyPr>
          <a:p>
            <a:endParaRPr b="0" lang="en-US" sz="3200" spc="-1" strike="noStrike">
              <a:latin typeface="Arial"/>
            </a:endParaRPr>
          </a:p>
        </p:txBody>
      </p:sp>
      <p:sp>
        <p:nvSpPr>
          <p:cNvPr id="9" name="PlaceHolder 8"/>
          <p:cNvSpPr>
            <a:spLocks noGrp="1"/>
          </p:cNvSpPr>
          <p:nvPr>
            <p:ph type="ftr" idx="7"/>
          </p:nvPr>
        </p:nvSpPr>
        <p:spPr/>
        <p:txBody>
          <a:bodyPr/>
          <a:p>
            <a:r>
              <a:t>Footer</a:t>
            </a:r>
          </a:p>
        </p:txBody>
      </p:sp>
      <p:sp>
        <p:nvSpPr>
          <p:cNvPr id="10" name="PlaceHolder 9"/>
          <p:cNvSpPr>
            <a:spLocks noGrp="1"/>
          </p:cNvSpPr>
          <p:nvPr>
            <p:ph type="sldNum" idx="8"/>
          </p:nvPr>
        </p:nvSpPr>
        <p:spPr/>
        <p:txBody>
          <a:bodyPr/>
          <a:p>
            <a:fld id="{D9874973-2F04-40E4-A483-CA96A3C9403C}" type="slidenum">
              <a:t>&lt;#&gt;</a:t>
            </a:fld>
          </a:p>
        </p:txBody>
      </p:sp>
      <p:sp>
        <p:nvSpPr>
          <p:cNvPr id="11" name="PlaceHolder 10"/>
          <p:cNvSpPr>
            <a:spLocks noGrp="1"/>
          </p:cNvSpPr>
          <p:nvPr>
            <p:ph type="dt" idx="9"/>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0" name="Rectangle 1"/>
          <p:cNvSpPr/>
          <p:nvPr/>
        </p:nvSpPr>
        <p:spPr>
          <a:xfrm>
            <a:off x="4104000" y="4896000"/>
            <a:ext cx="4387680" cy="342000"/>
          </a:xfrm>
          <a:prstGeom prst="rect">
            <a:avLst/>
          </a:prstGeom>
          <a:noFill/>
          <a:ln w="10800">
            <a:noFill/>
          </a:ln>
        </p:spPr>
        <p:style>
          <a:lnRef idx="0"/>
          <a:fillRef idx="0"/>
          <a:effectRef idx="0"/>
          <a:fontRef idx="minor"/>
        </p:style>
      </p:sp>
      <p:sp>
        <p:nvSpPr>
          <p:cNvPr id="1" name="Freeform 2"/>
          <p:cNvSpPr/>
          <p:nvPr/>
        </p:nvSpPr>
        <p:spPr>
          <a:xfrm>
            <a:off x="25920" y="4628880"/>
            <a:ext cx="6115680" cy="13680"/>
          </a:xfrm>
          <a:custGeom>
            <a:avLst/>
            <a:gdLst/>
            <a:ahLst/>
            <a:rect l="l" t="t" r="r" b="b"/>
            <a:pathLst>
              <a:path w="7200424" h="21600">
                <a:moveTo>
                  <a:pt x="10800" y="0"/>
                </a:moveTo>
                <a:arcTo wR="10800" hR="10800" stAng="16200000" swAng="-5400000"/>
                <a:lnTo>
                  <a:pt x="0" y="10800"/>
                </a:lnTo>
                <a:arcTo wR="10800" hR="10800" stAng="10800000" swAng="-5400000"/>
                <a:lnTo>
                  <a:pt x="7189624" y="21600"/>
                </a:lnTo>
                <a:arcTo wR="7168024" hR="10800" stAng="5400000" swAng="5400000"/>
                <a:lnTo>
                  <a:pt x="21600" y="10800"/>
                </a:lnTo>
                <a:arcTo wR="7168024" hR="10800" stAng="10800000" swAng="5400000"/>
                <a:close/>
              </a:path>
            </a:pathLst>
          </a:custGeom>
          <a:gradFill rotWithShape="0">
            <a:gsLst>
              <a:gs pos="0">
                <a:srgbClr val="cccccc"/>
              </a:gs>
              <a:gs pos="100000">
                <a:srgbClr val="333333"/>
              </a:gs>
            </a:gsLst>
            <a:lin ang="0"/>
          </a:gradFill>
          <a:ln w="10800">
            <a:noFill/>
          </a:ln>
        </p:spPr>
        <p:style>
          <a:lnRef idx="0"/>
          <a:fillRef idx="0"/>
          <a:effectRef idx="0"/>
          <a:fontRef idx="minor"/>
        </p:style>
      </p:sp>
      <p:sp>
        <p:nvSpPr>
          <p:cNvPr id="2" name="Freeform 3"/>
          <p:cNvSpPr/>
          <p:nvPr/>
        </p:nvSpPr>
        <p:spPr>
          <a:xfrm>
            <a:off x="3859200" y="5324400"/>
            <a:ext cx="6235920" cy="2880"/>
          </a:xfrm>
          <a:custGeom>
            <a:avLst/>
            <a:gdLst/>
            <a:ahLst/>
            <a:rect l="l" t="t" r="r" b="b"/>
            <a:pathLst>
              <a:path w="17830286" h="21600">
                <a:moveTo>
                  <a:pt x="10800" y="0"/>
                </a:moveTo>
                <a:arcTo wR="10800" hR="10800" stAng="16200000" swAng="-5400000"/>
                <a:lnTo>
                  <a:pt x="0" y="10800"/>
                </a:lnTo>
                <a:arcTo wR="10800" hR="10800" stAng="10800000" swAng="-5400000"/>
                <a:lnTo>
                  <a:pt x="17819486" y="21600"/>
                </a:lnTo>
                <a:arcTo wR="17797886" hR="10800" stAng="5400000" swAng="5400000"/>
                <a:lnTo>
                  <a:pt x="21600" y="10800"/>
                </a:lnTo>
                <a:arcTo wR="17797886" hR="10800" stAng="10800000" swAng="5400000"/>
                <a:close/>
              </a:path>
            </a:pathLst>
          </a:custGeom>
          <a:gradFill rotWithShape="0">
            <a:gsLst>
              <a:gs pos="0">
                <a:srgbClr val="cccccc"/>
              </a:gs>
              <a:gs pos="100000">
                <a:srgbClr val="333333"/>
              </a:gs>
            </a:gsLst>
            <a:lin ang="0"/>
          </a:gradFill>
          <a:ln w="0">
            <a:noFill/>
          </a:ln>
        </p:spPr>
        <p:style>
          <a:lnRef idx="0"/>
          <a:fillRef idx="0"/>
          <a:effectRef idx="0"/>
          <a:fontRef idx="minor"/>
        </p:style>
      </p:sp>
      <p:sp>
        <p:nvSpPr>
          <p:cNvPr id="3" name="Freeform 4"/>
          <p:cNvSpPr/>
          <p:nvPr/>
        </p:nvSpPr>
        <p:spPr>
          <a:xfrm>
            <a:off x="4044960" y="4944960"/>
            <a:ext cx="2880" cy="483120"/>
          </a:xfrm>
          <a:custGeom>
            <a:avLst/>
            <a:gdLst/>
            <a:ahLst/>
            <a:rect l="l" t="t" r="r" b="b"/>
            <a:pathLst>
              <a:path w="21600" h="1393714">
                <a:moveTo>
                  <a:pt x="10800" y="0"/>
                </a:moveTo>
                <a:arcTo wR="10800" hR="10800" stAng="16200000" swAng="-5400000"/>
                <a:lnTo>
                  <a:pt x="0" y="1382914"/>
                </a:lnTo>
                <a:arcTo wR="10800" hR="1361314" stAng="10800000" swAng="5400000"/>
                <a:lnTo>
                  <a:pt x="10800" y="21600"/>
                </a:lnTo>
                <a:arcTo wR="10800" hR="1361314" stAng="16200000" swAng="5400000"/>
                <a:lnTo>
                  <a:pt x="21600" y="10800"/>
                </a:lnTo>
                <a:arcTo wR="10800" hR="10800" stAng="0" swAng="-5400000"/>
                <a:close/>
              </a:path>
            </a:pathLst>
          </a:custGeom>
          <a:solidFill>
            <a:srgbClr val="cccccc"/>
          </a:solidFill>
          <a:ln w="10800">
            <a:noFill/>
          </a:ln>
        </p:spPr>
        <p:style>
          <a:lnRef idx="0"/>
          <a:fillRef idx="0"/>
          <a:effectRef idx="0"/>
          <a:fontRef idx="minor"/>
        </p:style>
      </p:sp>
      <p:sp>
        <p:nvSpPr>
          <p:cNvPr id="4" name="PlaceHolder 1"/>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5" name="PlaceHolder 2"/>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ffffff"/>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ffffff"/>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ffffff"/>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ffffff"/>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ffffff"/>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ffffff"/>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42" name="Freeform 41"/>
          <p:cNvSpPr/>
          <p:nvPr/>
        </p:nvSpPr>
        <p:spPr>
          <a:xfrm>
            <a:off x="20880" y="607320"/>
            <a:ext cx="6115680" cy="13680"/>
          </a:xfrm>
          <a:custGeom>
            <a:avLst/>
            <a:gdLst/>
            <a:ahLst/>
            <a:rect l="l" t="t" r="r" b="b"/>
            <a:pathLst>
              <a:path w="7200424" h="21600">
                <a:moveTo>
                  <a:pt x="10800" y="0"/>
                </a:moveTo>
                <a:arcTo wR="10800" hR="10800" stAng="16200000" swAng="-5400000"/>
                <a:lnTo>
                  <a:pt x="0" y="10800"/>
                </a:lnTo>
                <a:arcTo wR="10800" hR="10800" stAng="10800000" swAng="-5400000"/>
                <a:lnTo>
                  <a:pt x="7189624" y="21600"/>
                </a:lnTo>
                <a:arcTo wR="7168024" hR="10800" stAng="5400000" swAng="5400000"/>
                <a:lnTo>
                  <a:pt x="21600" y="10800"/>
                </a:lnTo>
                <a:arcTo wR="7168024" hR="10800" stAng="10800000" swAng="5400000"/>
                <a:close/>
              </a:path>
            </a:pathLst>
          </a:custGeom>
          <a:gradFill rotWithShape="0">
            <a:gsLst>
              <a:gs pos="0">
                <a:srgbClr val="cccccc"/>
              </a:gs>
              <a:gs pos="100000">
                <a:srgbClr val="333333"/>
              </a:gs>
            </a:gsLst>
            <a:lin ang="0"/>
          </a:gradFill>
          <a:ln w="10800">
            <a:noFill/>
          </a:ln>
        </p:spPr>
        <p:style>
          <a:lnRef idx="0"/>
          <a:fillRef idx="0"/>
          <a:effectRef idx="0"/>
          <a:fontRef idx="minor"/>
        </p:style>
      </p:sp>
      <p:sp>
        <p:nvSpPr>
          <p:cNvPr id="43" name="Freeform 42"/>
          <p:cNvSpPr/>
          <p:nvPr/>
        </p:nvSpPr>
        <p:spPr>
          <a:xfrm>
            <a:off x="4430520" y="840960"/>
            <a:ext cx="5669640" cy="2880"/>
          </a:xfrm>
          <a:custGeom>
            <a:avLst/>
            <a:gdLst/>
            <a:ahLst/>
            <a:rect l="l" t="t" r="r" b="b"/>
            <a:pathLst>
              <a:path w="16212343" h="21600">
                <a:moveTo>
                  <a:pt x="10800" y="0"/>
                </a:moveTo>
                <a:arcTo wR="10800" hR="10800" stAng="16200000" swAng="-5400000"/>
                <a:lnTo>
                  <a:pt x="0" y="10800"/>
                </a:lnTo>
                <a:arcTo wR="10800" hR="10800" stAng="10800000" swAng="-5400000"/>
                <a:lnTo>
                  <a:pt x="16201543" y="21600"/>
                </a:lnTo>
                <a:arcTo wR="16179943" hR="10800" stAng="5400000" swAng="5400000"/>
                <a:lnTo>
                  <a:pt x="21600" y="10800"/>
                </a:lnTo>
                <a:arcTo wR="16179943" hR="10800" stAng="10800000" swAng="5400000"/>
                <a:close/>
              </a:path>
            </a:pathLst>
          </a:custGeom>
          <a:gradFill rotWithShape="0">
            <a:gsLst>
              <a:gs pos="0">
                <a:srgbClr val="333333"/>
              </a:gs>
              <a:gs pos="100000">
                <a:srgbClr val="cccccc"/>
              </a:gs>
            </a:gsLst>
            <a:lin ang="0"/>
          </a:gradFill>
          <a:ln w="0">
            <a:noFill/>
          </a:ln>
        </p:spPr>
        <p:style>
          <a:lnRef idx="0"/>
          <a:fillRef idx="0"/>
          <a:effectRef idx="0"/>
          <a:fontRef idx="minor"/>
        </p:style>
      </p:sp>
      <p:sp>
        <p:nvSpPr>
          <p:cNvPr id="44" name="Freeform 43"/>
          <p:cNvSpPr/>
          <p:nvPr/>
        </p:nvSpPr>
        <p:spPr>
          <a:xfrm>
            <a:off x="9819720" y="474480"/>
            <a:ext cx="2880" cy="488880"/>
          </a:xfrm>
          <a:custGeom>
            <a:avLst/>
            <a:gdLst/>
            <a:ahLst/>
            <a:rect l="l" t="t" r="r" b="b"/>
            <a:pathLst>
              <a:path w="21600" h="1410171">
                <a:moveTo>
                  <a:pt x="10800" y="0"/>
                </a:moveTo>
                <a:arcTo wR="10800" hR="10800" stAng="16200000" swAng="-5400000"/>
                <a:lnTo>
                  <a:pt x="0" y="1399371"/>
                </a:lnTo>
                <a:arcTo wR="10800" hR="1377771" stAng="10800000" swAng="5400000"/>
                <a:lnTo>
                  <a:pt x="10800" y="21600"/>
                </a:lnTo>
                <a:arcTo wR="10800" hR="1377771" stAng="16200000" swAng="5400000"/>
                <a:lnTo>
                  <a:pt x="21600" y="10800"/>
                </a:lnTo>
                <a:arcTo wR="10800" hR="10800" stAng="0" swAng="-5400000"/>
                <a:close/>
              </a:path>
            </a:pathLst>
          </a:custGeom>
          <a:solidFill>
            <a:srgbClr val="cccccc"/>
          </a:solidFill>
          <a:ln w="10800">
            <a:noFill/>
          </a:ln>
        </p:spPr>
        <p:style>
          <a:lnRef idx="0"/>
          <a:fillRef idx="0"/>
          <a:effectRef idx="0"/>
          <a:fontRef idx="minor"/>
        </p:style>
      </p:sp>
      <p:sp>
        <p:nvSpPr>
          <p:cNvPr id="45" name="Freeform 44"/>
          <p:cNvSpPr/>
          <p:nvPr/>
        </p:nvSpPr>
        <p:spPr>
          <a:xfrm>
            <a:off x="1900800" y="5204880"/>
            <a:ext cx="7461000" cy="2880"/>
          </a:xfrm>
          <a:custGeom>
            <a:avLst/>
            <a:gdLst/>
            <a:ahLst/>
            <a:rect l="l" t="t" r="r" b="b"/>
            <a:pathLst>
              <a:path w="21330514" h="21600">
                <a:moveTo>
                  <a:pt x="10800" y="0"/>
                </a:moveTo>
                <a:arcTo wR="10800" hR="10800" stAng="16200000" swAng="-5400000"/>
                <a:lnTo>
                  <a:pt x="0" y="10800"/>
                </a:lnTo>
                <a:arcTo wR="10800" hR="10800" stAng="10800000" swAng="-5400000"/>
                <a:lnTo>
                  <a:pt x="21319714" y="21600"/>
                </a:lnTo>
                <a:arcTo wR="21298114" hR="10800" stAng="5400000" swAng="5400000"/>
                <a:lnTo>
                  <a:pt x="21600" y="10800"/>
                </a:lnTo>
                <a:arcTo wR="21298114" hR="10800" stAng="10800000" swAng="5400000"/>
                <a:close/>
              </a:path>
            </a:pathLst>
          </a:custGeom>
          <a:gradFill rotWithShape="0">
            <a:gsLst>
              <a:gs pos="0">
                <a:srgbClr val="333333"/>
              </a:gs>
              <a:gs pos="100000">
                <a:srgbClr val="cccccc"/>
              </a:gs>
            </a:gsLst>
            <a:lin ang="0"/>
          </a:gradFill>
          <a:ln w="0">
            <a:noFill/>
          </a:ln>
        </p:spPr>
        <p:style>
          <a:lnRef idx="0"/>
          <a:fillRef idx="0"/>
          <a:effectRef idx="0"/>
          <a:fontRef idx="minor"/>
        </p:style>
      </p:sp>
      <p:sp>
        <p:nvSpPr>
          <p:cNvPr id="46" name="Freeform 45"/>
          <p:cNvSpPr/>
          <p:nvPr/>
        </p:nvSpPr>
        <p:spPr>
          <a:xfrm>
            <a:off x="9259920" y="4917240"/>
            <a:ext cx="2880" cy="345240"/>
          </a:xfrm>
          <a:custGeom>
            <a:avLst/>
            <a:gdLst/>
            <a:ahLst/>
            <a:rect l="l" t="t" r="r" b="b"/>
            <a:pathLst>
              <a:path w="21600" h="999771">
                <a:moveTo>
                  <a:pt x="10800" y="0"/>
                </a:moveTo>
                <a:arcTo wR="10800" hR="10800" stAng="16200000" swAng="-5400000"/>
                <a:lnTo>
                  <a:pt x="0" y="988971"/>
                </a:lnTo>
                <a:arcTo wR="10800" hR="967371" stAng="10800000" swAng="5400000"/>
                <a:lnTo>
                  <a:pt x="10800" y="21600"/>
                </a:lnTo>
                <a:arcTo wR="10800" hR="967371" stAng="16200000" swAng="5400000"/>
                <a:lnTo>
                  <a:pt x="21600" y="10800"/>
                </a:lnTo>
                <a:arcTo wR="10800" hR="10800" stAng="0" swAng="-5400000"/>
                <a:close/>
              </a:path>
            </a:pathLst>
          </a:custGeom>
          <a:solidFill>
            <a:srgbClr val="cccccc"/>
          </a:solidFill>
          <a:ln w="10800">
            <a:noFill/>
          </a:ln>
        </p:spPr>
        <p:style>
          <a:lnRef idx="0"/>
          <a:fillRef idx="0"/>
          <a:effectRef idx="0"/>
          <a:fontRef idx="minor"/>
        </p:style>
      </p:sp>
      <p:sp>
        <p:nvSpPr>
          <p:cNvPr id="47" name="PlaceHolder 1"/>
          <p:cNvSpPr>
            <a:spLocks noGrp="1"/>
          </p:cNvSpPr>
          <p:nvPr>
            <p:ph type="ftr" idx="1"/>
          </p:nvPr>
        </p:nvSpPr>
        <p:spPr>
          <a:xfrm>
            <a:off x="2520000" y="5256000"/>
            <a:ext cx="4675680" cy="406080"/>
          </a:xfrm>
          <a:prstGeom prst="rect">
            <a:avLst/>
          </a:prstGeom>
          <a:noFill/>
          <a:ln w="0">
            <a:noFill/>
          </a:ln>
        </p:spPr>
        <p:txBody>
          <a:bodyPr lIns="0" rIns="0" tIns="0" bIns="0" anchor="t">
            <a:noAutofit/>
          </a:bodyPr>
          <a:lstStyle>
            <a:lvl1pPr algn="ctr">
              <a:lnSpc>
                <a:spcPct val="100000"/>
              </a:lnSpc>
              <a:buNone/>
              <a:defRPr b="0" lang="en-US" sz="1400" spc="-1" strike="noStrike">
                <a:solidFill>
                  <a:srgbClr val="000000"/>
                </a:solidFill>
                <a:latin typeface="Arial"/>
                <a:ea typeface="DejaVu Sans"/>
              </a:defRPr>
            </a:lvl1pPr>
          </a:lstStyle>
          <a:p>
            <a:pPr algn="ctr">
              <a:lnSpc>
                <a:spcPct val="100000"/>
              </a:lnSpc>
              <a:buNone/>
            </a:pPr>
            <a:r>
              <a:rPr b="0" lang="en-US" sz="1400" spc="-1" strike="noStrike">
                <a:solidFill>
                  <a:srgbClr val="000000"/>
                </a:solidFill>
                <a:latin typeface="Arial"/>
                <a:ea typeface="DejaVu Sans"/>
              </a:rPr>
              <a:t>&lt;footer&gt;</a:t>
            </a:r>
            <a:endParaRPr b="0" lang="en-US" sz="1400" spc="-1" strike="noStrike">
              <a:latin typeface="Times New Roman"/>
            </a:endParaRPr>
          </a:p>
        </p:txBody>
      </p:sp>
      <p:sp>
        <p:nvSpPr>
          <p:cNvPr id="48" name="PlaceHolder 2"/>
          <p:cNvSpPr>
            <a:spLocks noGrp="1"/>
          </p:cNvSpPr>
          <p:nvPr>
            <p:ph type="sldNum" idx="2"/>
          </p:nvPr>
        </p:nvSpPr>
        <p:spPr>
          <a:xfrm>
            <a:off x="7560000" y="5256000"/>
            <a:ext cx="1615680" cy="406080"/>
          </a:xfrm>
          <a:prstGeom prst="rect">
            <a:avLst/>
          </a:prstGeom>
          <a:noFill/>
          <a:ln w="0">
            <a:noFill/>
          </a:ln>
        </p:spPr>
        <p:txBody>
          <a:bodyPr lIns="0" rIns="0" tIns="0" bIns="0" anchor="t">
            <a:noAutofit/>
          </a:bodyPr>
          <a:lstStyle>
            <a:lvl1pPr>
              <a:lnSpc>
                <a:spcPct val="100000"/>
              </a:lnSpc>
              <a:buNone/>
              <a:defRPr b="0" lang="en-US" sz="2400" spc="-1" strike="noStrike">
                <a:latin typeface="Times New Roman"/>
              </a:defRPr>
            </a:lvl1pPr>
          </a:lstStyle>
          <a:p>
            <a:pPr>
              <a:lnSpc>
                <a:spcPct val="100000"/>
              </a:lnSpc>
              <a:buNone/>
            </a:pPr>
            <a:fld id="{CB8D9525-779D-4E58-9244-1F6DDC2BE720}" type="slidenum">
              <a:rPr b="0" lang="en-US" sz="2400" spc="-1" strike="noStrike">
                <a:latin typeface="Times New Roman"/>
              </a:rPr>
              <a:t>&lt;number&gt;</a:t>
            </a:fld>
            <a:endParaRPr b="0" lang="en-US" sz="2400" spc="-1" strike="noStrike">
              <a:latin typeface="Times New Roman"/>
            </a:endParaRPr>
          </a:p>
        </p:txBody>
      </p:sp>
      <p:sp>
        <p:nvSpPr>
          <p:cNvPr id="49" name="PlaceHolder 3"/>
          <p:cNvSpPr>
            <a:spLocks noGrp="1"/>
          </p:cNvSpPr>
          <p:nvPr>
            <p:ph type="dt" idx="3"/>
          </p:nvPr>
        </p:nvSpPr>
        <p:spPr>
          <a:xfrm>
            <a:off x="504000" y="5256000"/>
            <a:ext cx="1651680" cy="406080"/>
          </a:xfrm>
          <a:prstGeom prst="rect">
            <a:avLst/>
          </a:prstGeom>
          <a:noFill/>
          <a:ln w="0">
            <a:noFill/>
          </a:ln>
        </p:spPr>
        <p:txBody>
          <a:bodyPr lIns="0" rIns="0" tIns="0" bIns="0" anchor="t">
            <a:noAutofit/>
          </a:bodyPr>
          <a:lstStyle>
            <a:lvl1pPr>
              <a:defRPr b="0" lang="en-US" sz="1400" spc="-1" strike="noStrike">
                <a:latin typeface="Times New Roman"/>
              </a:defRPr>
            </a:lvl1pPr>
          </a:lstStyle>
          <a:p>
            <a:r>
              <a:rPr b="0" lang="en-US" sz="1400" spc="-1" strike="noStrike">
                <a:latin typeface="Times New Roman"/>
              </a:rPr>
              <a:t>&lt;date/time&gt;</a:t>
            </a:r>
            <a:endParaRPr b="0" lang="en-US" sz="1400" spc="-1" strike="noStrike">
              <a:latin typeface="Times New Roman"/>
            </a:endParaRPr>
          </a:p>
        </p:txBody>
      </p:sp>
      <p:sp>
        <p:nvSpPr>
          <p:cNvPr id="50" name="PlaceHolder 4"/>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51"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ffffff"/>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ffffff"/>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ffffff"/>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ffffff"/>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ffffff"/>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ffffff"/>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88" name="Freeform 87"/>
          <p:cNvSpPr/>
          <p:nvPr/>
        </p:nvSpPr>
        <p:spPr>
          <a:xfrm>
            <a:off x="20880" y="607320"/>
            <a:ext cx="6115680" cy="13680"/>
          </a:xfrm>
          <a:custGeom>
            <a:avLst/>
            <a:gdLst/>
            <a:ahLst/>
            <a:rect l="l" t="t" r="r" b="b"/>
            <a:pathLst>
              <a:path w="7200424" h="21600">
                <a:moveTo>
                  <a:pt x="10800" y="0"/>
                </a:moveTo>
                <a:arcTo wR="10800" hR="10800" stAng="16200000" swAng="-5400000"/>
                <a:lnTo>
                  <a:pt x="0" y="10800"/>
                </a:lnTo>
                <a:arcTo wR="10800" hR="10800" stAng="10800000" swAng="-5400000"/>
                <a:lnTo>
                  <a:pt x="7189624" y="21600"/>
                </a:lnTo>
                <a:arcTo wR="7168024" hR="10800" stAng="5400000" swAng="5400000"/>
                <a:lnTo>
                  <a:pt x="21600" y="10800"/>
                </a:lnTo>
                <a:arcTo wR="7168024" hR="10800" stAng="10800000" swAng="5400000"/>
                <a:close/>
              </a:path>
            </a:pathLst>
          </a:custGeom>
          <a:gradFill rotWithShape="0">
            <a:gsLst>
              <a:gs pos="0">
                <a:srgbClr val="cccccc"/>
              </a:gs>
              <a:gs pos="100000">
                <a:srgbClr val="333333"/>
              </a:gs>
            </a:gsLst>
            <a:lin ang="0"/>
          </a:gradFill>
          <a:ln w="10800">
            <a:noFill/>
          </a:ln>
        </p:spPr>
        <p:style>
          <a:lnRef idx="0"/>
          <a:fillRef idx="0"/>
          <a:effectRef idx="0"/>
          <a:fontRef idx="minor"/>
        </p:style>
      </p:sp>
      <p:sp>
        <p:nvSpPr>
          <p:cNvPr id="89" name="Freeform 88"/>
          <p:cNvSpPr/>
          <p:nvPr/>
        </p:nvSpPr>
        <p:spPr>
          <a:xfrm>
            <a:off x="4430520" y="840960"/>
            <a:ext cx="5669640" cy="2880"/>
          </a:xfrm>
          <a:custGeom>
            <a:avLst/>
            <a:gdLst/>
            <a:ahLst/>
            <a:rect l="l" t="t" r="r" b="b"/>
            <a:pathLst>
              <a:path w="16212343" h="21600">
                <a:moveTo>
                  <a:pt x="10800" y="0"/>
                </a:moveTo>
                <a:arcTo wR="10800" hR="10800" stAng="16200000" swAng="-5400000"/>
                <a:lnTo>
                  <a:pt x="0" y="10800"/>
                </a:lnTo>
                <a:arcTo wR="10800" hR="10800" stAng="10800000" swAng="-5400000"/>
                <a:lnTo>
                  <a:pt x="16201543" y="21600"/>
                </a:lnTo>
                <a:arcTo wR="16179943" hR="10800" stAng="5400000" swAng="5400000"/>
                <a:lnTo>
                  <a:pt x="21600" y="10800"/>
                </a:lnTo>
                <a:arcTo wR="16179943" hR="10800" stAng="10800000" swAng="5400000"/>
                <a:close/>
              </a:path>
            </a:pathLst>
          </a:custGeom>
          <a:gradFill rotWithShape="0">
            <a:gsLst>
              <a:gs pos="0">
                <a:srgbClr val="333333"/>
              </a:gs>
              <a:gs pos="100000">
                <a:srgbClr val="cccccc"/>
              </a:gs>
            </a:gsLst>
            <a:lin ang="0"/>
          </a:gradFill>
          <a:ln w="0">
            <a:noFill/>
          </a:ln>
        </p:spPr>
        <p:style>
          <a:lnRef idx="0"/>
          <a:fillRef idx="0"/>
          <a:effectRef idx="0"/>
          <a:fontRef idx="minor"/>
        </p:style>
      </p:sp>
      <p:sp>
        <p:nvSpPr>
          <p:cNvPr id="90" name="Freeform 89"/>
          <p:cNvSpPr/>
          <p:nvPr/>
        </p:nvSpPr>
        <p:spPr>
          <a:xfrm>
            <a:off x="9819720" y="474480"/>
            <a:ext cx="2880" cy="488880"/>
          </a:xfrm>
          <a:custGeom>
            <a:avLst/>
            <a:gdLst/>
            <a:ahLst/>
            <a:rect l="l" t="t" r="r" b="b"/>
            <a:pathLst>
              <a:path w="21600" h="1410171">
                <a:moveTo>
                  <a:pt x="10800" y="0"/>
                </a:moveTo>
                <a:arcTo wR="10800" hR="10800" stAng="16200000" swAng="-5400000"/>
                <a:lnTo>
                  <a:pt x="0" y="1399371"/>
                </a:lnTo>
                <a:arcTo wR="10800" hR="1377771" stAng="10800000" swAng="5400000"/>
                <a:lnTo>
                  <a:pt x="10800" y="21600"/>
                </a:lnTo>
                <a:arcTo wR="10800" hR="1377771" stAng="16200000" swAng="5400000"/>
                <a:lnTo>
                  <a:pt x="21600" y="10800"/>
                </a:lnTo>
                <a:arcTo wR="10800" hR="10800" stAng="0" swAng="-5400000"/>
                <a:close/>
              </a:path>
            </a:pathLst>
          </a:custGeom>
          <a:solidFill>
            <a:srgbClr val="cccccc"/>
          </a:solidFill>
          <a:ln w="10800">
            <a:noFill/>
          </a:ln>
        </p:spPr>
        <p:style>
          <a:lnRef idx="0"/>
          <a:fillRef idx="0"/>
          <a:effectRef idx="0"/>
          <a:fontRef idx="minor"/>
        </p:style>
      </p:sp>
      <p:sp>
        <p:nvSpPr>
          <p:cNvPr id="91" name="Freeform 90"/>
          <p:cNvSpPr/>
          <p:nvPr/>
        </p:nvSpPr>
        <p:spPr>
          <a:xfrm>
            <a:off x="1900800" y="5204880"/>
            <a:ext cx="7461000" cy="2880"/>
          </a:xfrm>
          <a:custGeom>
            <a:avLst/>
            <a:gdLst/>
            <a:ahLst/>
            <a:rect l="l" t="t" r="r" b="b"/>
            <a:pathLst>
              <a:path w="21330514" h="21600">
                <a:moveTo>
                  <a:pt x="10800" y="0"/>
                </a:moveTo>
                <a:arcTo wR="10800" hR="10800" stAng="16200000" swAng="-5400000"/>
                <a:lnTo>
                  <a:pt x="0" y="10800"/>
                </a:lnTo>
                <a:arcTo wR="10800" hR="10800" stAng="10800000" swAng="-5400000"/>
                <a:lnTo>
                  <a:pt x="21319714" y="21600"/>
                </a:lnTo>
                <a:arcTo wR="21298114" hR="10800" stAng="5400000" swAng="5400000"/>
                <a:lnTo>
                  <a:pt x="21600" y="10800"/>
                </a:lnTo>
                <a:arcTo wR="21298114" hR="10800" stAng="10800000" swAng="5400000"/>
                <a:close/>
              </a:path>
            </a:pathLst>
          </a:custGeom>
          <a:gradFill rotWithShape="0">
            <a:gsLst>
              <a:gs pos="0">
                <a:srgbClr val="333333"/>
              </a:gs>
              <a:gs pos="100000">
                <a:srgbClr val="cccccc"/>
              </a:gs>
            </a:gsLst>
            <a:lin ang="0"/>
          </a:gradFill>
          <a:ln w="0">
            <a:noFill/>
          </a:ln>
        </p:spPr>
        <p:style>
          <a:lnRef idx="0"/>
          <a:fillRef idx="0"/>
          <a:effectRef idx="0"/>
          <a:fontRef idx="minor"/>
        </p:style>
      </p:sp>
      <p:sp>
        <p:nvSpPr>
          <p:cNvPr id="92" name="Freeform 91"/>
          <p:cNvSpPr/>
          <p:nvPr/>
        </p:nvSpPr>
        <p:spPr>
          <a:xfrm>
            <a:off x="9259920" y="4917240"/>
            <a:ext cx="2880" cy="345240"/>
          </a:xfrm>
          <a:custGeom>
            <a:avLst/>
            <a:gdLst/>
            <a:ahLst/>
            <a:rect l="l" t="t" r="r" b="b"/>
            <a:pathLst>
              <a:path w="21600" h="999771">
                <a:moveTo>
                  <a:pt x="10800" y="0"/>
                </a:moveTo>
                <a:arcTo wR="10800" hR="10800" stAng="16200000" swAng="-5400000"/>
                <a:lnTo>
                  <a:pt x="0" y="988971"/>
                </a:lnTo>
                <a:arcTo wR="10800" hR="967371" stAng="10800000" swAng="5400000"/>
                <a:lnTo>
                  <a:pt x="10800" y="21600"/>
                </a:lnTo>
                <a:arcTo wR="10800" hR="967371" stAng="16200000" swAng="5400000"/>
                <a:lnTo>
                  <a:pt x="21600" y="10800"/>
                </a:lnTo>
                <a:arcTo wR="10800" hR="10800" stAng="0" swAng="-5400000"/>
                <a:close/>
              </a:path>
            </a:pathLst>
          </a:custGeom>
          <a:solidFill>
            <a:srgbClr val="cccccc"/>
          </a:solidFill>
          <a:ln w="10800">
            <a:noFill/>
          </a:ln>
        </p:spPr>
        <p:style>
          <a:lnRef idx="0"/>
          <a:fillRef idx="0"/>
          <a:effectRef idx="0"/>
          <a:fontRef idx="minor"/>
        </p:style>
      </p:sp>
      <p:sp>
        <p:nvSpPr>
          <p:cNvPr id="93" name="PlaceHolder 1"/>
          <p:cNvSpPr>
            <a:spLocks noGrp="1"/>
          </p:cNvSpPr>
          <p:nvPr>
            <p:ph type="ftr" idx="4"/>
          </p:nvPr>
        </p:nvSpPr>
        <p:spPr>
          <a:xfrm>
            <a:off x="2520000" y="5256000"/>
            <a:ext cx="4675680" cy="406080"/>
          </a:xfrm>
          <a:prstGeom prst="rect">
            <a:avLst/>
          </a:prstGeom>
          <a:noFill/>
          <a:ln w="0">
            <a:noFill/>
          </a:ln>
        </p:spPr>
        <p:txBody>
          <a:bodyPr lIns="0" rIns="0" tIns="0" bIns="0" anchor="t">
            <a:noAutofit/>
          </a:bodyPr>
          <a:lstStyle>
            <a:lvl1pPr algn="ctr">
              <a:lnSpc>
                <a:spcPct val="100000"/>
              </a:lnSpc>
              <a:buNone/>
              <a:defRPr b="0" lang="en-US" sz="1400" spc="-1" strike="noStrike">
                <a:solidFill>
                  <a:srgbClr val="000000"/>
                </a:solidFill>
                <a:latin typeface="Arial"/>
                <a:ea typeface="DejaVu Sans"/>
              </a:defRPr>
            </a:lvl1pPr>
          </a:lstStyle>
          <a:p>
            <a:pPr algn="ctr">
              <a:lnSpc>
                <a:spcPct val="100000"/>
              </a:lnSpc>
              <a:buNone/>
            </a:pPr>
            <a:r>
              <a:rPr b="0" lang="en-US" sz="1400" spc="-1" strike="noStrike">
                <a:solidFill>
                  <a:srgbClr val="000000"/>
                </a:solidFill>
                <a:latin typeface="Arial"/>
                <a:ea typeface="DejaVu Sans"/>
              </a:rPr>
              <a:t>&lt;footer&gt;</a:t>
            </a:r>
            <a:endParaRPr b="0" lang="en-US" sz="1400" spc="-1" strike="noStrike">
              <a:latin typeface="Times New Roman"/>
            </a:endParaRPr>
          </a:p>
        </p:txBody>
      </p:sp>
      <p:sp>
        <p:nvSpPr>
          <p:cNvPr id="94" name="PlaceHolder 2"/>
          <p:cNvSpPr>
            <a:spLocks noGrp="1"/>
          </p:cNvSpPr>
          <p:nvPr>
            <p:ph type="sldNum" idx="5"/>
          </p:nvPr>
        </p:nvSpPr>
        <p:spPr>
          <a:xfrm>
            <a:off x="7560000" y="5256000"/>
            <a:ext cx="1615680" cy="406080"/>
          </a:xfrm>
          <a:prstGeom prst="rect">
            <a:avLst/>
          </a:prstGeom>
          <a:noFill/>
          <a:ln w="0">
            <a:noFill/>
          </a:ln>
        </p:spPr>
        <p:txBody>
          <a:bodyPr lIns="0" rIns="0" tIns="0" bIns="0" anchor="t">
            <a:noAutofit/>
          </a:bodyPr>
          <a:lstStyle>
            <a:lvl1pPr>
              <a:lnSpc>
                <a:spcPct val="100000"/>
              </a:lnSpc>
              <a:buNone/>
              <a:defRPr b="0" lang="en-US" sz="2400" spc="-1" strike="noStrike">
                <a:latin typeface="Times New Roman"/>
              </a:defRPr>
            </a:lvl1pPr>
          </a:lstStyle>
          <a:p>
            <a:pPr>
              <a:lnSpc>
                <a:spcPct val="100000"/>
              </a:lnSpc>
              <a:buNone/>
            </a:pPr>
            <a:fld id="{9C9B4CEC-27BE-450A-83FE-F0216C75650A}" type="slidenum">
              <a:rPr b="0" lang="en-US" sz="2400" spc="-1" strike="noStrike">
                <a:latin typeface="Times New Roman"/>
              </a:rPr>
              <a:t>&lt;number&gt;</a:t>
            </a:fld>
            <a:endParaRPr b="0" lang="en-US" sz="2400" spc="-1" strike="noStrike">
              <a:latin typeface="Times New Roman"/>
            </a:endParaRPr>
          </a:p>
        </p:txBody>
      </p:sp>
      <p:sp>
        <p:nvSpPr>
          <p:cNvPr id="95" name="PlaceHolder 3"/>
          <p:cNvSpPr>
            <a:spLocks noGrp="1"/>
          </p:cNvSpPr>
          <p:nvPr>
            <p:ph type="dt" idx="6"/>
          </p:nvPr>
        </p:nvSpPr>
        <p:spPr>
          <a:xfrm>
            <a:off x="504000" y="5256000"/>
            <a:ext cx="1651680" cy="406080"/>
          </a:xfrm>
          <a:prstGeom prst="rect">
            <a:avLst/>
          </a:prstGeom>
          <a:noFill/>
          <a:ln w="0">
            <a:noFill/>
          </a:ln>
        </p:spPr>
        <p:txBody>
          <a:bodyPr lIns="0" rIns="0" tIns="0" bIns="0" anchor="t">
            <a:noAutofit/>
          </a:bodyPr>
          <a:lstStyle>
            <a:lvl1pPr>
              <a:defRPr b="0" lang="en-US" sz="1400" spc="-1" strike="noStrike">
                <a:latin typeface="Times New Roman"/>
              </a:defRPr>
            </a:lvl1pPr>
          </a:lstStyle>
          <a:p>
            <a:r>
              <a:rPr b="0" lang="en-US" sz="1400" spc="-1" strike="noStrike">
                <a:latin typeface="Times New Roman"/>
              </a:rPr>
              <a:t>&lt;date/time&gt;</a:t>
            </a:r>
            <a:endParaRPr b="0" lang="en-US" sz="1400" spc="-1" strike="noStrike">
              <a:latin typeface="Times New Roman"/>
            </a:endParaRPr>
          </a:p>
        </p:txBody>
      </p:sp>
      <p:sp>
        <p:nvSpPr>
          <p:cNvPr id="96" name="PlaceHolder 4"/>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97"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ffffff"/>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ffffff"/>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ffffff"/>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ffffff"/>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ffffff"/>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ffffff"/>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00000"/>
        </a:solidFill>
      </p:bgPr>
    </p:bg>
    <p:spTree>
      <p:nvGrpSpPr>
        <p:cNvPr id="1" name=""/>
        <p:cNvGrpSpPr/>
        <p:nvPr/>
      </p:nvGrpSpPr>
      <p:grpSpPr>
        <a:xfrm>
          <a:off x="0" y="0"/>
          <a:ext cx="0" cy="0"/>
          <a:chOff x="0" y="0"/>
          <a:chExt cx="0" cy="0"/>
        </a:xfrm>
      </p:grpSpPr>
      <p:sp>
        <p:nvSpPr>
          <p:cNvPr id="134" name="Freeform 133"/>
          <p:cNvSpPr/>
          <p:nvPr/>
        </p:nvSpPr>
        <p:spPr>
          <a:xfrm>
            <a:off x="20880" y="607320"/>
            <a:ext cx="6115680" cy="13680"/>
          </a:xfrm>
          <a:custGeom>
            <a:avLst/>
            <a:gdLst/>
            <a:ahLst/>
            <a:rect l="l" t="t" r="r" b="b"/>
            <a:pathLst>
              <a:path w="7200424" h="21600">
                <a:moveTo>
                  <a:pt x="10800" y="0"/>
                </a:moveTo>
                <a:arcTo wR="10800" hR="10800" stAng="16200000" swAng="-5400000"/>
                <a:lnTo>
                  <a:pt x="0" y="10800"/>
                </a:lnTo>
                <a:arcTo wR="10800" hR="10800" stAng="10800000" swAng="-5400000"/>
                <a:lnTo>
                  <a:pt x="7189624" y="21600"/>
                </a:lnTo>
                <a:arcTo wR="7168024" hR="10800" stAng="5400000" swAng="5400000"/>
                <a:lnTo>
                  <a:pt x="21600" y="10800"/>
                </a:lnTo>
                <a:arcTo wR="7168024" hR="10800" stAng="10800000" swAng="5400000"/>
                <a:close/>
              </a:path>
            </a:pathLst>
          </a:custGeom>
          <a:gradFill rotWithShape="0">
            <a:gsLst>
              <a:gs pos="0">
                <a:srgbClr val="cccccc"/>
              </a:gs>
              <a:gs pos="100000">
                <a:srgbClr val="333333"/>
              </a:gs>
            </a:gsLst>
            <a:lin ang="0"/>
          </a:gradFill>
          <a:ln w="10800">
            <a:noFill/>
          </a:ln>
        </p:spPr>
        <p:style>
          <a:lnRef idx="0"/>
          <a:fillRef idx="0"/>
          <a:effectRef idx="0"/>
          <a:fontRef idx="minor"/>
        </p:style>
      </p:sp>
      <p:sp>
        <p:nvSpPr>
          <p:cNvPr id="135" name="Freeform 134"/>
          <p:cNvSpPr/>
          <p:nvPr/>
        </p:nvSpPr>
        <p:spPr>
          <a:xfrm>
            <a:off x="4430520" y="840960"/>
            <a:ext cx="5669640" cy="2880"/>
          </a:xfrm>
          <a:custGeom>
            <a:avLst/>
            <a:gdLst/>
            <a:ahLst/>
            <a:rect l="l" t="t" r="r" b="b"/>
            <a:pathLst>
              <a:path w="16212343" h="21600">
                <a:moveTo>
                  <a:pt x="10800" y="0"/>
                </a:moveTo>
                <a:arcTo wR="10800" hR="10800" stAng="16200000" swAng="-5400000"/>
                <a:lnTo>
                  <a:pt x="0" y="10800"/>
                </a:lnTo>
                <a:arcTo wR="10800" hR="10800" stAng="10800000" swAng="-5400000"/>
                <a:lnTo>
                  <a:pt x="16201543" y="21600"/>
                </a:lnTo>
                <a:arcTo wR="16179943" hR="10800" stAng="5400000" swAng="5400000"/>
                <a:lnTo>
                  <a:pt x="21600" y="10800"/>
                </a:lnTo>
                <a:arcTo wR="16179943" hR="10800" stAng="10800000" swAng="5400000"/>
                <a:close/>
              </a:path>
            </a:pathLst>
          </a:custGeom>
          <a:gradFill rotWithShape="0">
            <a:gsLst>
              <a:gs pos="0">
                <a:srgbClr val="333333"/>
              </a:gs>
              <a:gs pos="100000">
                <a:srgbClr val="cccccc"/>
              </a:gs>
            </a:gsLst>
            <a:lin ang="0"/>
          </a:gradFill>
          <a:ln w="0">
            <a:noFill/>
          </a:ln>
        </p:spPr>
        <p:style>
          <a:lnRef idx="0"/>
          <a:fillRef idx="0"/>
          <a:effectRef idx="0"/>
          <a:fontRef idx="minor"/>
        </p:style>
      </p:sp>
      <p:sp>
        <p:nvSpPr>
          <p:cNvPr id="136" name="Freeform 135"/>
          <p:cNvSpPr/>
          <p:nvPr/>
        </p:nvSpPr>
        <p:spPr>
          <a:xfrm>
            <a:off x="9819720" y="474480"/>
            <a:ext cx="2880" cy="488880"/>
          </a:xfrm>
          <a:custGeom>
            <a:avLst/>
            <a:gdLst/>
            <a:ahLst/>
            <a:rect l="l" t="t" r="r" b="b"/>
            <a:pathLst>
              <a:path w="21600" h="1410171">
                <a:moveTo>
                  <a:pt x="10800" y="0"/>
                </a:moveTo>
                <a:arcTo wR="10800" hR="10800" stAng="16200000" swAng="-5400000"/>
                <a:lnTo>
                  <a:pt x="0" y="1399371"/>
                </a:lnTo>
                <a:arcTo wR="10800" hR="1377771" stAng="10800000" swAng="5400000"/>
                <a:lnTo>
                  <a:pt x="10800" y="21600"/>
                </a:lnTo>
                <a:arcTo wR="10800" hR="1377771" stAng="16200000" swAng="5400000"/>
                <a:lnTo>
                  <a:pt x="21600" y="10800"/>
                </a:lnTo>
                <a:arcTo wR="10800" hR="10800" stAng="0" swAng="-5400000"/>
                <a:close/>
              </a:path>
            </a:pathLst>
          </a:custGeom>
          <a:solidFill>
            <a:srgbClr val="cccccc"/>
          </a:solidFill>
          <a:ln w="10800">
            <a:noFill/>
          </a:ln>
        </p:spPr>
        <p:style>
          <a:lnRef idx="0"/>
          <a:fillRef idx="0"/>
          <a:effectRef idx="0"/>
          <a:fontRef idx="minor"/>
        </p:style>
      </p:sp>
      <p:sp>
        <p:nvSpPr>
          <p:cNvPr id="137" name="Freeform 136"/>
          <p:cNvSpPr/>
          <p:nvPr/>
        </p:nvSpPr>
        <p:spPr>
          <a:xfrm>
            <a:off x="1900800" y="5204880"/>
            <a:ext cx="7461000" cy="2880"/>
          </a:xfrm>
          <a:custGeom>
            <a:avLst/>
            <a:gdLst/>
            <a:ahLst/>
            <a:rect l="l" t="t" r="r" b="b"/>
            <a:pathLst>
              <a:path w="21330514" h="21600">
                <a:moveTo>
                  <a:pt x="10800" y="0"/>
                </a:moveTo>
                <a:arcTo wR="10800" hR="10800" stAng="16200000" swAng="-5400000"/>
                <a:lnTo>
                  <a:pt x="0" y="10800"/>
                </a:lnTo>
                <a:arcTo wR="10800" hR="10800" stAng="10800000" swAng="-5400000"/>
                <a:lnTo>
                  <a:pt x="21319714" y="21600"/>
                </a:lnTo>
                <a:arcTo wR="21298114" hR="10800" stAng="5400000" swAng="5400000"/>
                <a:lnTo>
                  <a:pt x="21600" y="10800"/>
                </a:lnTo>
                <a:arcTo wR="21298114" hR="10800" stAng="10800000" swAng="5400000"/>
                <a:close/>
              </a:path>
            </a:pathLst>
          </a:custGeom>
          <a:gradFill rotWithShape="0">
            <a:gsLst>
              <a:gs pos="0">
                <a:srgbClr val="333333"/>
              </a:gs>
              <a:gs pos="100000">
                <a:srgbClr val="cccccc"/>
              </a:gs>
            </a:gsLst>
            <a:lin ang="0"/>
          </a:gradFill>
          <a:ln w="0">
            <a:noFill/>
          </a:ln>
        </p:spPr>
        <p:style>
          <a:lnRef idx="0"/>
          <a:fillRef idx="0"/>
          <a:effectRef idx="0"/>
          <a:fontRef idx="minor"/>
        </p:style>
      </p:sp>
      <p:sp>
        <p:nvSpPr>
          <p:cNvPr id="138" name="Freeform 137"/>
          <p:cNvSpPr/>
          <p:nvPr/>
        </p:nvSpPr>
        <p:spPr>
          <a:xfrm>
            <a:off x="9259920" y="4917240"/>
            <a:ext cx="2880" cy="345240"/>
          </a:xfrm>
          <a:custGeom>
            <a:avLst/>
            <a:gdLst/>
            <a:ahLst/>
            <a:rect l="l" t="t" r="r" b="b"/>
            <a:pathLst>
              <a:path w="21600" h="999771">
                <a:moveTo>
                  <a:pt x="10800" y="0"/>
                </a:moveTo>
                <a:arcTo wR="10800" hR="10800" stAng="16200000" swAng="-5400000"/>
                <a:lnTo>
                  <a:pt x="0" y="988971"/>
                </a:lnTo>
                <a:arcTo wR="10800" hR="967371" stAng="10800000" swAng="5400000"/>
                <a:lnTo>
                  <a:pt x="10800" y="21600"/>
                </a:lnTo>
                <a:arcTo wR="10800" hR="967371" stAng="16200000" swAng="5400000"/>
                <a:lnTo>
                  <a:pt x="21600" y="10800"/>
                </a:lnTo>
                <a:arcTo wR="10800" hR="10800" stAng="0" swAng="-5400000"/>
                <a:close/>
              </a:path>
            </a:pathLst>
          </a:custGeom>
          <a:solidFill>
            <a:srgbClr val="cccccc"/>
          </a:solidFill>
          <a:ln w="10800">
            <a:noFill/>
          </a:ln>
        </p:spPr>
        <p:style>
          <a:lnRef idx="0"/>
          <a:fillRef idx="0"/>
          <a:effectRef idx="0"/>
          <a:fontRef idx="minor"/>
        </p:style>
      </p:sp>
      <p:sp>
        <p:nvSpPr>
          <p:cNvPr id="139" name="PlaceHolder 1"/>
          <p:cNvSpPr>
            <a:spLocks noGrp="1"/>
          </p:cNvSpPr>
          <p:nvPr>
            <p:ph type="ftr" idx="7"/>
          </p:nvPr>
        </p:nvSpPr>
        <p:spPr>
          <a:xfrm>
            <a:off x="2520000" y="5256000"/>
            <a:ext cx="4675680" cy="406080"/>
          </a:xfrm>
          <a:prstGeom prst="rect">
            <a:avLst/>
          </a:prstGeom>
          <a:noFill/>
          <a:ln w="0">
            <a:noFill/>
          </a:ln>
        </p:spPr>
        <p:txBody>
          <a:bodyPr lIns="0" rIns="0" tIns="0" bIns="0" anchor="t">
            <a:noAutofit/>
          </a:bodyPr>
          <a:lstStyle>
            <a:lvl1pPr algn="ctr">
              <a:lnSpc>
                <a:spcPct val="100000"/>
              </a:lnSpc>
              <a:buNone/>
              <a:defRPr b="0" lang="en-US" sz="1400" spc="-1" strike="noStrike">
                <a:solidFill>
                  <a:srgbClr val="000000"/>
                </a:solidFill>
                <a:latin typeface="Arial"/>
                <a:ea typeface="DejaVu Sans"/>
              </a:defRPr>
            </a:lvl1pPr>
          </a:lstStyle>
          <a:p>
            <a:pPr algn="ctr">
              <a:lnSpc>
                <a:spcPct val="100000"/>
              </a:lnSpc>
              <a:buNone/>
            </a:pPr>
            <a:r>
              <a:rPr b="0" lang="en-US" sz="1400" spc="-1" strike="noStrike">
                <a:solidFill>
                  <a:srgbClr val="000000"/>
                </a:solidFill>
                <a:latin typeface="Arial"/>
                <a:ea typeface="DejaVu Sans"/>
              </a:rPr>
              <a:t>&lt;footer&gt;</a:t>
            </a:r>
            <a:endParaRPr b="0" lang="en-US" sz="1400" spc="-1" strike="noStrike">
              <a:latin typeface="Times New Roman"/>
            </a:endParaRPr>
          </a:p>
        </p:txBody>
      </p:sp>
      <p:sp>
        <p:nvSpPr>
          <p:cNvPr id="140" name="PlaceHolder 2"/>
          <p:cNvSpPr>
            <a:spLocks noGrp="1"/>
          </p:cNvSpPr>
          <p:nvPr>
            <p:ph type="sldNum" idx="8"/>
          </p:nvPr>
        </p:nvSpPr>
        <p:spPr>
          <a:xfrm>
            <a:off x="7560000" y="5256000"/>
            <a:ext cx="1615680" cy="406080"/>
          </a:xfrm>
          <a:prstGeom prst="rect">
            <a:avLst/>
          </a:prstGeom>
          <a:noFill/>
          <a:ln w="0">
            <a:noFill/>
          </a:ln>
        </p:spPr>
        <p:txBody>
          <a:bodyPr lIns="0" rIns="0" tIns="0" bIns="0" anchor="t">
            <a:noAutofit/>
          </a:bodyPr>
          <a:lstStyle>
            <a:lvl1pPr>
              <a:lnSpc>
                <a:spcPct val="100000"/>
              </a:lnSpc>
              <a:buNone/>
              <a:defRPr b="0" lang="en-US" sz="2400" spc="-1" strike="noStrike">
                <a:latin typeface="Times New Roman"/>
              </a:defRPr>
            </a:lvl1pPr>
          </a:lstStyle>
          <a:p>
            <a:pPr>
              <a:lnSpc>
                <a:spcPct val="100000"/>
              </a:lnSpc>
              <a:buNone/>
            </a:pPr>
            <a:fld id="{95D97163-AEE4-413D-9783-598DD5AC8CF6}" type="slidenum">
              <a:rPr b="0" lang="en-US" sz="2400" spc="-1" strike="noStrike">
                <a:latin typeface="Times New Roman"/>
              </a:rPr>
              <a:t>&lt;number&gt;</a:t>
            </a:fld>
            <a:endParaRPr b="0" lang="en-US" sz="2400" spc="-1" strike="noStrike">
              <a:latin typeface="Times New Roman"/>
            </a:endParaRPr>
          </a:p>
        </p:txBody>
      </p:sp>
      <p:sp>
        <p:nvSpPr>
          <p:cNvPr id="141" name="PlaceHolder 3"/>
          <p:cNvSpPr>
            <a:spLocks noGrp="1"/>
          </p:cNvSpPr>
          <p:nvPr>
            <p:ph type="dt" idx="9"/>
          </p:nvPr>
        </p:nvSpPr>
        <p:spPr>
          <a:xfrm>
            <a:off x="504000" y="5256000"/>
            <a:ext cx="1651680" cy="406080"/>
          </a:xfrm>
          <a:prstGeom prst="rect">
            <a:avLst/>
          </a:prstGeom>
          <a:noFill/>
          <a:ln w="0">
            <a:noFill/>
          </a:ln>
        </p:spPr>
        <p:txBody>
          <a:bodyPr lIns="0" rIns="0" tIns="0" bIns="0" anchor="t">
            <a:noAutofit/>
          </a:bodyPr>
          <a:lstStyle>
            <a:lvl1pPr>
              <a:defRPr b="0" lang="en-US" sz="1400" spc="-1" strike="noStrike">
                <a:latin typeface="Times New Roman"/>
              </a:defRPr>
            </a:lvl1pPr>
          </a:lstStyle>
          <a:p>
            <a:r>
              <a:rPr b="0" lang="en-US" sz="1400" spc="-1" strike="noStrike">
                <a:latin typeface="Times New Roman"/>
              </a:rPr>
              <a:t>&lt;date/time&gt;</a:t>
            </a:r>
            <a:endParaRPr b="0" lang="en-US" sz="1400" spc="-1" strike="noStrike">
              <a:latin typeface="Times New Roman"/>
            </a:endParaRPr>
          </a:p>
        </p:txBody>
      </p:sp>
      <p:sp>
        <p:nvSpPr>
          <p:cNvPr id="142" name="PlaceHolder 4"/>
          <p:cNvSpPr>
            <a:spLocks noGrp="1"/>
          </p:cNvSpPr>
          <p:nvPr>
            <p:ph type="title"/>
          </p:nvPr>
        </p:nvSpPr>
        <p:spPr>
          <a:xfrm>
            <a:off x="504000" y="226080"/>
            <a:ext cx="9072000" cy="946440"/>
          </a:xfrm>
          <a:prstGeom prst="rect">
            <a:avLst/>
          </a:prstGeom>
          <a:noFill/>
          <a:ln w="0">
            <a:noFill/>
          </a:ln>
        </p:spPr>
        <p:txBody>
          <a:bodyPr lIns="0" rIns="0" tIns="0" bIns="0" anchor="ctr">
            <a:noAutofit/>
          </a:bodyPr>
          <a:p>
            <a:pPr algn="ctr">
              <a:buNone/>
            </a:pPr>
            <a:r>
              <a:rPr b="0" lang="en-US" sz="4400" spc="-1" strike="noStrike">
                <a:latin typeface="Arial"/>
              </a:rPr>
              <a:t>Click to edit the title text format</a:t>
            </a:r>
            <a:endParaRPr b="0" lang="en-US" sz="4400" spc="-1" strike="noStrike">
              <a:latin typeface="Arial"/>
            </a:endParaRPr>
          </a:p>
        </p:txBody>
      </p:sp>
      <p:sp>
        <p:nvSpPr>
          <p:cNvPr id="143" name="PlaceHolder 5"/>
          <p:cNvSpPr>
            <a:spLocks noGrp="1"/>
          </p:cNvSpPr>
          <p:nvPr>
            <p:ph type="body"/>
          </p:nvPr>
        </p:nvSpPr>
        <p:spPr>
          <a:xfrm>
            <a:off x="504000" y="1326600"/>
            <a:ext cx="9072000" cy="328860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ffffff"/>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ffffff"/>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ffffff"/>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ffffff"/>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ffffff"/>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ffffff"/>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 Id="rId3" Type="http://schemas.openxmlformats.org/officeDocument/2006/relationships/slideLayout" Target="../slideLayouts/slideLayout13.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25.xml"/>
</Relationships>
</file>

<file path=ppt/slides/_rels/slide4.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slideLayout" Target="../slideLayouts/slideLayout25.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10.xml.rels><?xml version="1.0" encoding="UTF-8"?>
<Relationships xmlns="http://schemas.openxmlformats.org/package/2006/relationships"><Relationship Id="rId1" Type="http://schemas.openxmlformats.org/officeDocument/2006/relationships/image" Target="../media/image6.jpeg"/><Relationship Id="rId2" Type="http://schemas.openxmlformats.org/officeDocument/2006/relationships/slideLayout" Target="../slideLayouts/slideLayout1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8.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slideLayout" Target="../slideLayouts/slideLayout13.xml"/>
</Relationships>
</file>

<file path=ppt/slides/_rels/slide19.xml.rels><?xml version="1.0" encoding="UTF-8"?>
<Relationships xmlns="http://schemas.openxmlformats.org/package/2006/relationships"><Relationship Id="rId1" Type="http://schemas.openxmlformats.org/officeDocument/2006/relationships/image" Target="../media/image10.jpeg"/><Relationship Id="rId2" Type="http://schemas.openxmlformats.org/officeDocument/2006/relationships/slideLayout" Target="../slideLayouts/slideLayout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PlaceHolder 1"/>
          <p:cNvSpPr>
            <a:spLocks noGrp="1"/>
          </p:cNvSpPr>
          <p:nvPr>
            <p:ph type="title"/>
          </p:nvPr>
        </p:nvSpPr>
        <p:spPr>
          <a:xfrm>
            <a:off x="228600" y="4093200"/>
            <a:ext cx="10054080" cy="703080"/>
          </a:xfrm>
          <a:prstGeom prst="rect">
            <a:avLst/>
          </a:prstGeom>
          <a:noFill/>
          <a:ln w="0">
            <a:noFill/>
          </a:ln>
        </p:spPr>
        <p:txBody>
          <a:bodyPr lIns="0" rIns="0" tIns="0" bIns="0" anchor="ctr">
            <a:noAutofit/>
          </a:bodyPr>
          <a:p>
            <a:pPr>
              <a:lnSpc>
                <a:spcPct val="100000"/>
              </a:lnSpc>
              <a:buNone/>
            </a:pPr>
            <a:r>
              <a:rPr b="0" lang="en-US" sz="3200" spc="-1" strike="noStrike">
                <a:solidFill>
                  <a:srgbClr val="ffffff"/>
                </a:solidFill>
                <a:latin typeface="Times New Roman"/>
              </a:rPr>
              <a:t>Razvoj terminal editora sa posebnim osobinama</a:t>
            </a:r>
            <a:endParaRPr b="0" lang="en-US" sz="3200" spc="-1" strike="noStrike">
              <a:latin typeface="Arial"/>
            </a:endParaRPr>
          </a:p>
        </p:txBody>
      </p:sp>
      <p:sp>
        <p:nvSpPr>
          <p:cNvPr id="181" name="Rectangle 180"/>
          <p:cNvSpPr/>
          <p:nvPr/>
        </p:nvSpPr>
        <p:spPr>
          <a:xfrm>
            <a:off x="4114800" y="4915080"/>
            <a:ext cx="5939280" cy="339120"/>
          </a:xfrm>
          <a:prstGeom prst="rect">
            <a:avLst/>
          </a:prstGeom>
          <a:noFill/>
          <a:ln w="10800">
            <a:noFill/>
          </a:ln>
        </p:spPr>
        <p:style>
          <a:lnRef idx="0"/>
          <a:fillRef idx="0"/>
          <a:effectRef idx="0"/>
          <a:fontRef idx="minor"/>
        </p:style>
        <p:txBody>
          <a:bodyPr lIns="90000" rIns="90000" tIns="45000" bIns="45000" anchor="t">
            <a:noAutofit/>
          </a:bodyPr>
          <a:p>
            <a:pPr>
              <a:lnSpc>
                <a:spcPct val="100000"/>
              </a:lnSpc>
              <a:buNone/>
            </a:pPr>
            <a:r>
              <a:rPr b="0" lang="en-US" sz="1800" spc="-1" strike="noStrike">
                <a:solidFill>
                  <a:srgbClr val="ffffff"/>
                </a:solidFill>
                <a:latin typeface="Times New Roman"/>
                <a:ea typeface="DejaVu Sans"/>
              </a:rPr>
              <a:t>Kandidat: Željko Rašović        Mentor: Dr. Pletl Silvester</a:t>
            </a:r>
            <a:endParaRPr b="0" lang="en-US" sz="1800" spc="-1" strike="noStrike">
              <a:latin typeface="Arial"/>
            </a:endParaRPr>
          </a:p>
        </p:txBody>
      </p:sp>
      <p:sp>
        <p:nvSpPr>
          <p:cNvPr id="182" name="Rectangle 181"/>
          <p:cNvSpPr/>
          <p:nvPr/>
        </p:nvSpPr>
        <p:spPr>
          <a:xfrm>
            <a:off x="2057400" y="3130560"/>
            <a:ext cx="5486040" cy="341640"/>
          </a:xfrm>
          <a:prstGeom prst="rect">
            <a:avLst/>
          </a:prstGeom>
          <a:noFill/>
          <a:ln w="10800">
            <a:noFill/>
          </a:ln>
        </p:spPr>
        <p:style>
          <a:lnRef idx="0"/>
          <a:fillRef idx="0"/>
          <a:effectRef idx="0"/>
          <a:fontRef idx="minor"/>
        </p:style>
        <p:txBody>
          <a:bodyPr lIns="90000" rIns="90000" tIns="45000" bIns="45000" anchor="t">
            <a:noAutofit/>
          </a:bodyPr>
          <a:p>
            <a:pPr>
              <a:lnSpc>
                <a:spcPct val="100000"/>
              </a:lnSpc>
              <a:buNone/>
            </a:pPr>
            <a:r>
              <a:rPr b="0" lang="en-US" sz="1800" spc="-1" strike="noStrike">
                <a:solidFill>
                  <a:srgbClr val="ffffff"/>
                </a:solidFill>
                <a:latin typeface="Ubuntu Mono"/>
                <a:ea typeface="DejaVu Sans"/>
              </a:rPr>
              <a:t> </a:t>
            </a:r>
            <a:r>
              <a:rPr b="0" lang="en-US" sz="1800" spc="-1" strike="noStrike">
                <a:solidFill>
                  <a:srgbClr val="ffffff"/>
                </a:solidFill>
                <a:latin typeface="Ubuntu Mono"/>
                <a:ea typeface="DejaVu Sans"/>
              </a:rPr>
              <a:t>rwx-terminalni editor teksta otvorenog koda</a:t>
            </a:r>
            <a:endParaRPr b="0" lang="en-US" sz="1800" spc="-1" strike="noStrike">
              <a:latin typeface="Arial"/>
            </a:endParaRPr>
          </a:p>
        </p:txBody>
      </p:sp>
      <p:sp>
        <p:nvSpPr>
          <p:cNvPr id="183" name="Rectangle 182"/>
          <p:cNvSpPr/>
          <p:nvPr/>
        </p:nvSpPr>
        <p:spPr>
          <a:xfrm>
            <a:off x="22320" y="1143000"/>
            <a:ext cx="10054440" cy="191628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pPr>
            <a:r>
              <a:rPr b="0" lang="en-US" sz="1000" spc="-1" strike="noStrike">
                <a:solidFill>
                  <a:srgbClr val="ffffff"/>
                </a:solidFill>
                <a:latin typeface="Ubuntu Mono"/>
                <a:ea typeface="DejaVu Sans"/>
              </a:rPr>
              <a:t>                   </a:t>
            </a:r>
            <a:r>
              <a:rPr b="0" lang="sr-Latn-RS" sz="1000" spc="-1" strike="noStrike">
                <a:solidFill>
                  <a:srgbClr val="ffffff"/>
                </a:solidFill>
                <a:latin typeface="Ubuntu Mono"/>
                <a:ea typeface="DejaVu Sans"/>
              </a:rPr>
              <a:t>             </a:t>
            </a:r>
            <a:r>
              <a:rPr b="0" lang="en-US" sz="1000" spc="-1" strike="noStrike">
                <a:solidFill>
                  <a:srgbClr val="ffffff"/>
                </a:solidFill>
                <a:latin typeface="Ubuntu Mono"/>
                <a:ea typeface="DejaVu Sans"/>
              </a:rPr>
              <a:t>rrrrr   rrrrrrrrr  wwwwwww           wwwww           wwwwwww  xxxxxxx      xxxxxxx</a:t>
            </a:r>
            <a:endParaRPr b="0" lang="en-US" sz="1000" spc="-1" strike="noStrike">
              <a:latin typeface="Arial"/>
            </a:endParaRPr>
          </a:p>
          <a:p>
            <a:pPr>
              <a:lnSpc>
                <a:spcPct val="100000"/>
              </a:lnSpc>
              <a:buNone/>
            </a:pPr>
            <a:r>
              <a:rPr b="0" lang="en-US" sz="1000" spc="-1" strike="noStrike">
                <a:solidFill>
                  <a:srgbClr val="ffffff"/>
                </a:solidFill>
                <a:latin typeface="Ubuntu Mono"/>
                <a:ea typeface="DejaVu Sans"/>
              </a:rPr>
              <a:t>                   </a:t>
            </a:r>
            <a:r>
              <a:rPr b="0" lang="sr-Latn-RS" sz="1000" spc="-1" strike="noStrike">
                <a:solidFill>
                  <a:srgbClr val="ffffff"/>
                </a:solidFill>
                <a:latin typeface="Ubuntu Mono"/>
                <a:ea typeface="DejaVu Sans"/>
              </a:rPr>
              <a:t>             </a:t>
            </a:r>
            <a:r>
              <a:rPr b="0" lang="en-US" sz="1000" spc="-1" strike="noStrike">
                <a:solidFill>
                  <a:srgbClr val="ffffff"/>
                </a:solidFill>
                <a:latin typeface="Ubuntu Mono"/>
                <a:ea typeface="DejaVu Sans"/>
              </a:rPr>
              <a:t>r::::rrr:::::::::r  w:::::w         w:::::w         w:::::w    x:::::x    x:::::x</a:t>
            </a:r>
            <a:endParaRPr b="0" lang="en-US" sz="1000" spc="-1" strike="noStrike">
              <a:latin typeface="Arial"/>
            </a:endParaRPr>
          </a:p>
          <a:p>
            <a:pPr>
              <a:lnSpc>
                <a:spcPct val="100000"/>
              </a:lnSpc>
              <a:buNone/>
            </a:pPr>
            <a:r>
              <a:rPr b="0" lang="en-US" sz="1000" spc="-1" strike="noStrike">
                <a:solidFill>
                  <a:srgbClr val="ffffff"/>
                </a:solidFill>
                <a:latin typeface="Ubuntu Mono"/>
                <a:ea typeface="DejaVu Sans"/>
              </a:rPr>
              <a:t>                </a:t>
            </a:r>
            <a:r>
              <a:rPr b="0" lang="sr-Latn-RS" sz="1000" spc="-1" strike="noStrike">
                <a:solidFill>
                  <a:srgbClr val="ffffff"/>
                </a:solidFill>
                <a:latin typeface="Ubuntu Mono"/>
                <a:ea typeface="DejaVu Sans"/>
              </a:rPr>
              <a:t>                </a:t>
            </a:r>
            <a:r>
              <a:rPr b="0" lang="en-US" sz="1000" spc="-1" strike="noStrike">
                <a:solidFill>
                  <a:srgbClr val="ffffff"/>
                </a:solidFill>
                <a:latin typeface="Ubuntu Mono"/>
                <a:ea typeface="DejaVu Sans"/>
              </a:rPr>
              <a:t>r:::::::::::::::::r  w:::::w       w:::::::w       w:::::w      x:::::x  x:::::x</a:t>
            </a:r>
            <a:endParaRPr b="0" lang="en-US" sz="1000" spc="-1" strike="noStrike">
              <a:latin typeface="Arial"/>
            </a:endParaRPr>
          </a:p>
          <a:p>
            <a:pPr>
              <a:lnSpc>
                <a:spcPct val="100000"/>
              </a:lnSpc>
              <a:buNone/>
            </a:pPr>
            <a:r>
              <a:rPr b="0" lang="en-US" sz="1000" spc="-1" strike="noStrike">
                <a:solidFill>
                  <a:srgbClr val="ffffff"/>
                </a:solidFill>
                <a:latin typeface="Ubuntu Mono"/>
                <a:ea typeface="DejaVu Sans"/>
              </a:rPr>
              <a:t>                   </a:t>
            </a:r>
            <a:r>
              <a:rPr b="0" lang="sr-Latn-RS" sz="1000" spc="-1" strike="noStrike">
                <a:solidFill>
                  <a:srgbClr val="ffffff"/>
                </a:solidFill>
                <a:latin typeface="Ubuntu Mono"/>
                <a:ea typeface="DejaVu Sans"/>
              </a:rPr>
              <a:t>             </a:t>
            </a:r>
            <a:r>
              <a:rPr b="0" lang="en-US" sz="1000" spc="-1" strike="noStrike">
                <a:solidFill>
                  <a:srgbClr val="ffffff"/>
                </a:solidFill>
                <a:latin typeface="Ubuntu Mono"/>
                <a:ea typeface="DejaVu Sans"/>
              </a:rPr>
              <a:t>rr::::::rrrrr::::::r  w:::::w     w:::::::::w     w:::::w        x:::::xx:::::x</a:t>
            </a:r>
            <a:endParaRPr b="0" lang="en-US" sz="1000" spc="-1" strike="noStrike">
              <a:latin typeface="Arial"/>
            </a:endParaRPr>
          </a:p>
          <a:p>
            <a:pPr>
              <a:lnSpc>
                <a:spcPct val="100000"/>
              </a:lnSpc>
              <a:buNone/>
            </a:pPr>
            <a:r>
              <a:rPr b="0" lang="en-US" sz="1000" spc="-1" strike="noStrike">
                <a:solidFill>
                  <a:srgbClr val="ffffff"/>
                </a:solidFill>
                <a:latin typeface="Ubuntu Mono"/>
                <a:ea typeface="DejaVu Sans"/>
              </a:rPr>
              <a:t>                  </a:t>
            </a:r>
            <a:r>
              <a:rPr b="0" lang="sr-Latn-RS" sz="1000" spc="-1" strike="noStrike">
                <a:solidFill>
                  <a:srgbClr val="ffffff"/>
                </a:solidFill>
                <a:latin typeface="Ubuntu Mono"/>
                <a:ea typeface="DejaVu Sans"/>
              </a:rPr>
              <a:t>              </a:t>
            </a:r>
            <a:r>
              <a:rPr b="0" lang="en-US" sz="1000" spc="-1" strike="noStrike">
                <a:solidFill>
                  <a:srgbClr val="ffffff"/>
                </a:solidFill>
                <a:latin typeface="Ubuntu Mono"/>
                <a:ea typeface="DejaVu Sans"/>
              </a:rPr>
              <a:t>r:::::r     r:::::r   w:::::w   w:::::w:::::w   w:::::w          x::::::::::x</a:t>
            </a:r>
            <a:endParaRPr b="0" lang="en-US" sz="1000" spc="-1" strike="noStrike">
              <a:latin typeface="Arial"/>
            </a:endParaRPr>
          </a:p>
          <a:p>
            <a:pPr>
              <a:lnSpc>
                <a:spcPct val="100000"/>
              </a:lnSpc>
              <a:buNone/>
            </a:pPr>
            <a:r>
              <a:rPr b="0" lang="en-US" sz="1000" spc="-1" strike="noStrike">
                <a:solidFill>
                  <a:srgbClr val="ffffff"/>
                </a:solidFill>
                <a:latin typeface="Ubuntu Mono"/>
                <a:ea typeface="DejaVu Sans"/>
              </a:rPr>
              <a:t>                   </a:t>
            </a:r>
            <a:r>
              <a:rPr b="0" lang="sr-Latn-RS" sz="1000" spc="-1" strike="noStrike">
                <a:solidFill>
                  <a:srgbClr val="ffffff"/>
                </a:solidFill>
                <a:latin typeface="Ubuntu Mono"/>
                <a:ea typeface="DejaVu Sans"/>
              </a:rPr>
              <a:t>             </a:t>
            </a:r>
            <a:r>
              <a:rPr b="0" lang="en-US" sz="1000" spc="-1" strike="noStrike">
                <a:solidFill>
                  <a:srgbClr val="ffffff"/>
                </a:solidFill>
                <a:latin typeface="Ubuntu Mono"/>
                <a:ea typeface="DejaVu Sans"/>
              </a:rPr>
              <a:t>r:::::r     rrrrrrr    w:::::w w:::::w w:::::w w:::::w            x::::::::x</a:t>
            </a:r>
            <a:endParaRPr b="0" lang="en-US" sz="1000" spc="-1" strike="noStrike">
              <a:latin typeface="Arial"/>
            </a:endParaRPr>
          </a:p>
          <a:p>
            <a:pPr>
              <a:lnSpc>
                <a:spcPct val="100000"/>
              </a:lnSpc>
              <a:buNone/>
            </a:pPr>
            <a:r>
              <a:rPr b="0" lang="en-US" sz="1000" spc="-1" strike="noStrike">
                <a:solidFill>
                  <a:srgbClr val="ffffff"/>
                </a:solidFill>
                <a:latin typeface="Ubuntu Mono"/>
                <a:ea typeface="DejaVu Sans"/>
              </a:rPr>
              <a:t>                   </a:t>
            </a:r>
            <a:r>
              <a:rPr b="0" lang="sr-Latn-RS" sz="1000" spc="-1" strike="noStrike">
                <a:solidFill>
                  <a:srgbClr val="ffffff"/>
                </a:solidFill>
                <a:latin typeface="Ubuntu Mono"/>
                <a:ea typeface="DejaVu Sans"/>
              </a:rPr>
              <a:t>             </a:t>
            </a:r>
            <a:r>
              <a:rPr b="0" lang="en-US" sz="1000" spc="-1" strike="noStrike">
                <a:solidFill>
                  <a:srgbClr val="ffffff"/>
                </a:solidFill>
                <a:latin typeface="Ubuntu Mono"/>
                <a:ea typeface="DejaVu Sans"/>
              </a:rPr>
              <a:t>r:::::r                 w:::::w:::::w   w:::::w:::::w             x::::::::x</a:t>
            </a:r>
            <a:endParaRPr b="0" lang="en-US" sz="1000" spc="-1" strike="noStrike">
              <a:latin typeface="Arial"/>
            </a:endParaRPr>
          </a:p>
          <a:p>
            <a:pPr>
              <a:lnSpc>
                <a:spcPct val="100000"/>
              </a:lnSpc>
              <a:buNone/>
            </a:pPr>
            <a:r>
              <a:rPr b="0" lang="en-US" sz="1000" spc="-1" strike="noStrike">
                <a:solidFill>
                  <a:srgbClr val="ffffff"/>
                </a:solidFill>
                <a:latin typeface="Ubuntu Mono"/>
                <a:ea typeface="DejaVu Sans"/>
              </a:rPr>
              <a:t>                   </a:t>
            </a:r>
            <a:r>
              <a:rPr b="0" lang="sr-Latn-RS" sz="1000" spc="-1" strike="noStrike">
                <a:solidFill>
                  <a:srgbClr val="ffffff"/>
                </a:solidFill>
                <a:latin typeface="Ubuntu Mono"/>
                <a:ea typeface="DejaVu Sans"/>
              </a:rPr>
              <a:t>             </a:t>
            </a:r>
            <a:r>
              <a:rPr b="0" lang="en-US" sz="1000" spc="-1" strike="noStrike">
                <a:solidFill>
                  <a:srgbClr val="ffffff"/>
                </a:solidFill>
                <a:latin typeface="Ubuntu Mono"/>
                <a:ea typeface="DejaVu Sans"/>
              </a:rPr>
              <a:t>r:::::r                  w:::::::::w     w:::::::::w             x::::::::::x</a:t>
            </a:r>
            <a:endParaRPr b="0" lang="en-US" sz="1000" spc="-1" strike="noStrike">
              <a:latin typeface="Arial"/>
            </a:endParaRPr>
          </a:p>
          <a:p>
            <a:pPr>
              <a:lnSpc>
                <a:spcPct val="100000"/>
              </a:lnSpc>
              <a:buNone/>
            </a:pPr>
            <a:r>
              <a:rPr b="0" lang="en-US" sz="1000" spc="-1" strike="noStrike">
                <a:solidFill>
                  <a:srgbClr val="ffffff"/>
                </a:solidFill>
                <a:latin typeface="Ubuntu Mono"/>
                <a:ea typeface="DejaVu Sans"/>
              </a:rPr>
              <a:t>                   </a:t>
            </a:r>
            <a:r>
              <a:rPr b="0" lang="sr-Latn-RS" sz="1000" spc="-1" strike="noStrike">
                <a:solidFill>
                  <a:srgbClr val="ffffff"/>
                </a:solidFill>
                <a:latin typeface="Ubuntu Mono"/>
                <a:ea typeface="DejaVu Sans"/>
              </a:rPr>
              <a:t>             </a:t>
            </a:r>
            <a:r>
              <a:rPr b="0" lang="en-US" sz="1000" spc="-1" strike="noStrike">
                <a:solidFill>
                  <a:srgbClr val="ffffff"/>
                </a:solidFill>
                <a:latin typeface="Ubuntu Mono"/>
                <a:ea typeface="DejaVu Sans"/>
              </a:rPr>
              <a:t>r:::::r                   w:::::::w       w:::::::w             x:::::xx:::::x</a:t>
            </a:r>
            <a:endParaRPr b="0" lang="en-US" sz="1000" spc="-1" strike="noStrike">
              <a:latin typeface="Arial"/>
            </a:endParaRPr>
          </a:p>
          <a:p>
            <a:pPr>
              <a:lnSpc>
                <a:spcPct val="100000"/>
              </a:lnSpc>
              <a:buNone/>
            </a:pPr>
            <a:r>
              <a:rPr b="0" lang="en-US" sz="1000" spc="-1" strike="noStrike">
                <a:solidFill>
                  <a:srgbClr val="ffffff"/>
                </a:solidFill>
                <a:latin typeface="Ubuntu Mono"/>
                <a:ea typeface="DejaVu Sans"/>
              </a:rPr>
              <a:t>                   </a:t>
            </a:r>
            <a:r>
              <a:rPr b="0" lang="sr-Latn-RS" sz="1000" spc="-1" strike="noStrike">
                <a:solidFill>
                  <a:srgbClr val="ffffff"/>
                </a:solidFill>
                <a:latin typeface="Ubuntu Mono"/>
                <a:ea typeface="DejaVu Sans"/>
              </a:rPr>
              <a:t>             </a:t>
            </a:r>
            <a:r>
              <a:rPr b="0" lang="en-US" sz="1000" spc="-1" strike="noStrike">
                <a:solidFill>
                  <a:srgbClr val="ffffff"/>
                </a:solidFill>
                <a:latin typeface="Ubuntu Mono"/>
                <a:ea typeface="DejaVu Sans"/>
              </a:rPr>
              <a:t>r:::::r                    w:::::w         w:::::w             x:::::x  x:::::x</a:t>
            </a:r>
            <a:endParaRPr b="0" lang="en-US" sz="1000" spc="-1" strike="noStrike">
              <a:latin typeface="Arial"/>
            </a:endParaRPr>
          </a:p>
          <a:p>
            <a:pPr>
              <a:lnSpc>
                <a:spcPct val="100000"/>
              </a:lnSpc>
              <a:buNone/>
            </a:pPr>
            <a:r>
              <a:rPr b="0" lang="en-US" sz="1000" spc="-1" strike="noStrike">
                <a:solidFill>
                  <a:srgbClr val="ffffff"/>
                </a:solidFill>
                <a:latin typeface="Ubuntu Mono"/>
                <a:ea typeface="DejaVu Sans"/>
              </a:rPr>
              <a:t>                   </a:t>
            </a:r>
            <a:r>
              <a:rPr b="0" lang="sr-Latn-RS" sz="1000" spc="-1" strike="noStrike">
                <a:solidFill>
                  <a:srgbClr val="ffffff"/>
                </a:solidFill>
                <a:latin typeface="Ubuntu Mono"/>
                <a:ea typeface="DejaVu Sans"/>
              </a:rPr>
              <a:t>             </a:t>
            </a:r>
            <a:r>
              <a:rPr b="0" lang="en-US" sz="1000" spc="-1" strike="noStrike">
                <a:solidFill>
                  <a:srgbClr val="ffffff"/>
                </a:solidFill>
                <a:latin typeface="Ubuntu Mono"/>
                <a:ea typeface="DejaVu Sans"/>
              </a:rPr>
              <a:t>r:::::r                     w:::w           w:::w             x:::::x    x:::::x</a:t>
            </a:r>
            <a:endParaRPr b="0" lang="en-US" sz="1000" spc="-1" strike="noStrike">
              <a:latin typeface="Arial"/>
            </a:endParaRPr>
          </a:p>
          <a:p>
            <a:pPr>
              <a:lnSpc>
                <a:spcPct val="100000"/>
              </a:lnSpc>
              <a:buNone/>
            </a:pPr>
            <a:r>
              <a:rPr b="0" lang="en-US" sz="1000" spc="-1" strike="noStrike">
                <a:solidFill>
                  <a:srgbClr val="ffffff"/>
                </a:solidFill>
                <a:latin typeface="Ubuntu Mono"/>
                <a:ea typeface="DejaVu Sans"/>
              </a:rPr>
              <a:t>                  </a:t>
            </a:r>
            <a:r>
              <a:rPr b="0" lang="sr-Latn-RS" sz="1000" spc="-1" strike="noStrike">
                <a:solidFill>
                  <a:srgbClr val="ffffff"/>
                </a:solidFill>
                <a:latin typeface="Ubuntu Mono"/>
                <a:ea typeface="DejaVu Sans"/>
              </a:rPr>
              <a:t>              </a:t>
            </a:r>
            <a:r>
              <a:rPr b="0" lang="en-US" sz="1000" spc="-1" strike="noStrike">
                <a:solidFill>
                  <a:srgbClr val="ffffff"/>
                </a:solidFill>
                <a:latin typeface="Ubuntu Mono"/>
                <a:ea typeface="DejaVu Sans"/>
              </a:rPr>
              <a:t>rrr</a:t>
            </a:r>
            <a:r>
              <a:rPr b="0" lang="sr-Latn-RS" sz="1000" spc="-1" strike="noStrike">
                <a:solidFill>
                  <a:srgbClr val="ffffff"/>
                </a:solidFill>
                <a:latin typeface="Ubuntu Mono"/>
                <a:ea typeface="DejaVu Sans"/>
              </a:rPr>
              <a:t>r</a:t>
            </a:r>
            <a:r>
              <a:rPr b="0" lang="en-US" sz="1000" spc="-1" strike="noStrike">
                <a:solidFill>
                  <a:srgbClr val="ffffff"/>
                </a:solidFill>
                <a:latin typeface="Ubuntu Mono"/>
                <a:ea typeface="DejaVu Sans"/>
              </a:rPr>
              <a:t>rrr                      www             www             xxxxxxx      xxxxxxx</a:t>
            </a:r>
            <a:endParaRPr b="0" lang="en-US" sz="10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Opis problema</a:t>
            </a:r>
            <a:endParaRPr b="0" lang="en-US" sz="2800" spc="-1" strike="noStrike">
              <a:latin typeface="Arial"/>
            </a:endParaRPr>
          </a:p>
        </p:txBody>
      </p:sp>
      <p:sp>
        <p:nvSpPr>
          <p:cNvPr id="185" name="PlaceHolder 2"/>
          <p:cNvSpPr>
            <a:spLocks noGrp="1"/>
          </p:cNvSpPr>
          <p:nvPr>
            <p:ph/>
          </p:nvPr>
        </p:nvSpPr>
        <p:spPr>
          <a:xfrm>
            <a:off x="504000" y="1143000"/>
            <a:ext cx="8635680" cy="2510280"/>
          </a:xfrm>
          <a:prstGeom prst="rect">
            <a:avLst/>
          </a:prstGeom>
          <a:noFill/>
          <a:ln w="0">
            <a:noFill/>
          </a:ln>
        </p:spPr>
        <p:txBody>
          <a:bodyPr lIns="0" rIns="0" tIns="0" bIns="0" anchor="t">
            <a:normAutofit fontScale="85000"/>
          </a:bodyPr>
          <a:p>
            <a:pPr algn="just">
              <a:lnSpc>
                <a:spcPct val="100000"/>
              </a:lnSpc>
              <a:spcBef>
                <a:spcPts val="1414"/>
              </a:spcBef>
              <a:buNone/>
            </a:pPr>
            <a:r>
              <a:rPr b="0" lang="en-US" sz="1800" spc="-1" strike="noStrike">
                <a:solidFill>
                  <a:srgbClr val="ffffff"/>
                </a:solidFill>
                <a:latin typeface="Times New Roman"/>
              </a:rPr>
              <a:t>Savremeni inženjering softvera suočava se sa trendom konstantnog rasta složenosti i hardverske zahtevnosti razvojnih alata. Moderni editori koda i integrisana razvojna okruženja (engl. IDE) često troše stotine megabajta radne memorije i uvode kompleksne sisteme zavisnosti kroz procese instalacije dodataka (engl. plugins). Ovakav pristup ne samo da usporava rad na slabijim hardverskim konfiguracijama, već i značajno otežava kontrolu nad izvršnim kodom.</a:t>
            </a:r>
            <a:endParaRPr b="0" lang="en-US" sz="1800" spc="-1" strike="noStrike">
              <a:latin typeface="Arial"/>
            </a:endParaRPr>
          </a:p>
          <a:p>
            <a:pPr algn="just">
              <a:lnSpc>
                <a:spcPct val="100000"/>
              </a:lnSpc>
              <a:spcBef>
                <a:spcPts val="1414"/>
              </a:spcBef>
              <a:buNone/>
            </a:pPr>
            <a:r>
              <a:rPr b="0" lang="en-US" sz="1800" spc="-1" strike="noStrike">
                <a:solidFill>
                  <a:srgbClr val="ffffff"/>
                </a:solidFill>
                <a:latin typeface="Times New Roman"/>
              </a:rPr>
              <a:t>Iz tog razloga javlja se potreba za istraživanjem alternativnih i minimalističkih pristupa u razvoju softvera. Tema ovog rada je bitna jer se bavi optimizacijom performansi i povratkom korenima UNIX filozofije, gde softver treba da radi jednu stvar i da je radi kako treba. Razvojem sopstvenog rešenja postiže se potpuna nezavisnost od ogromnih modernih editora i njihovih softverskih paketa, čime se dobija alat koji je u potpunosti prilagođen specifičnim navikama i radnom toku programera.</a:t>
            </a:r>
            <a:endParaRPr b="0" lang="en-US" sz="1800" spc="-1" strike="noStrike">
              <a:latin typeface="Arial"/>
            </a:endParaRPr>
          </a:p>
        </p:txBody>
      </p:sp>
      <p:pic>
        <p:nvPicPr>
          <p:cNvPr id="186" name="Picture 185" descr=""/>
          <p:cNvPicPr/>
          <p:nvPr/>
        </p:nvPicPr>
        <p:blipFill>
          <a:blip r:embed="rId1"/>
          <a:stretch/>
        </p:blipFill>
        <p:spPr>
          <a:xfrm>
            <a:off x="4800600" y="3886200"/>
            <a:ext cx="2053080" cy="1152720"/>
          </a:xfrm>
          <a:prstGeom prst="rect">
            <a:avLst/>
          </a:prstGeom>
          <a:ln w="10800">
            <a:noFill/>
          </a:ln>
        </p:spPr>
      </p:pic>
      <p:pic>
        <p:nvPicPr>
          <p:cNvPr id="187" name="Picture 186" descr=""/>
          <p:cNvPicPr/>
          <p:nvPr/>
        </p:nvPicPr>
        <p:blipFill>
          <a:blip r:embed="rId2"/>
          <a:stretch/>
        </p:blipFill>
        <p:spPr>
          <a:xfrm>
            <a:off x="7065360" y="3886200"/>
            <a:ext cx="2074320" cy="1164960"/>
          </a:xfrm>
          <a:prstGeom prst="rect">
            <a:avLst/>
          </a:prstGeom>
          <a:ln w="10800">
            <a:noFill/>
          </a:ln>
        </p:spPr>
      </p:pic>
      <p:sp>
        <p:nvSpPr>
          <p:cNvPr id="188" name="Rectangle 187"/>
          <p:cNvSpPr/>
          <p:nvPr/>
        </p:nvSpPr>
        <p:spPr>
          <a:xfrm>
            <a:off x="685800" y="4343400"/>
            <a:ext cx="3424680" cy="342000"/>
          </a:xfrm>
          <a:prstGeom prst="rect">
            <a:avLst/>
          </a:prstGeom>
          <a:noFill/>
          <a:ln w="10800">
            <a:noFill/>
          </a:ln>
        </p:spPr>
        <p:style>
          <a:lnRef idx="0"/>
          <a:fillRef idx="0"/>
          <a:effectRef idx="0"/>
          <a:fontRef idx="minor"/>
        </p:style>
        <p:txBody>
          <a:bodyPr lIns="90000" rIns="90000" tIns="45000" bIns="45000" anchor="t">
            <a:noAutofit/>
          </a:bodyPr>
          <a:p>
            <a:pPr>
              <a:lnSpc>
                <a:spcPct val="100000"/>
              </a:lnSpc>
              <a:buNone/>
            </a:pPr>
            <a:r>
              <a:rPr b="0" lang="en-US" sz="1800" spc="-1" strike="noStrike">
                <a:solidFill>
                  <a:srgbClr val="ffffff"/>
                </a:solidFill>
                <a:latin typeface="Times New Roman"/>
                <a:ea typeface="DejaVu Sans"/>
              </a:rPr>
              <a:t>https://youtu.be/GC-0tCy4P1U</a:t>
            </a:r>
            <a:endParaRPr b="0" lang="en-US" sz="1800" spc="-1" strike="noStrike">
              <a:latin typeface="Arial"/>
            </a:endParaRPr>
          </a:p>
        </p:txBody>
      </p:sp>
      <p:sp>
        <p:nvSpPr>
          <p:cNvPr id="189" name="Rectangle 188"/>
          <p:cNvSpPr/>
          <p:nvPr/>
        </p:nvSpPr>
        <p:spPr>
          <a:xfrm>
            <a:off x="685800" y="4689720"/>
            <a:ext cx="3426120" cy="339120"/>
          </a:xfrm>
          <a:prstGeom prst="rect">
            <a:avLst/>
          </a:prstGeom>
          <a:noFill/>
          <a:ln w="10800">
            <a:noFill/>
          </a:ln>
        </p:spPr>
        <p:style>
          <a:lnRef idx="0"/>
          <a:fillRef idx="0"/>
          <a:effectRef idx="0"/>
          <a:fontRef idx="minor"/>
        </p:style>
        <p:txBody>
          <a:bodyPr lIns="90000" rIns="90000" tIns="45000" bIns="45000" anchor="t">
            <a:noAutofit/>
          </a:bodyPr>
          <a:p>
            <a:pPr>
              <a:lnSpc>
                <a:spcPct val="100000"/>
              </a:lnSpc>
              <a:buNone/>
            </a:pPr>
            <a:r>
              <a:rPr b="0" lang="en-US" sz="1800" spc="-1" strike="noStrike">
                <a:solidFill>
                  <a:srgbClr val="ffffff"/>
                </a:solidFill>
                <a:latin typeface="Times New Roman"/>
                <a:ea typeface="DejaVu Sans"/>
              </a:rPr>
              <a:t>https://youtu.be/hxM8QmyZXtg</a:t>
            </a:r>
            <a:endParaRPr b="0" lang="en-US" sz="1800" spc="-1" strike="noStrike">
              <a:latin typeface="Arial"/>
            </a:endParaRPr>
          </a:p>
        </p:txBody>
      </p:sp>
      <p:sp>
        <p:nvSpPr>
          <p:cNvPr id="190" name="Rectangle 189"/>
          <p:cNvSpPr/>
          <p:nvPr/>
        </p:nvSpPr>
        <p:spPr>
          <a:xfrm>
            <a:off x="1371600" y="3886200"/>
            <a:ext cx="1825920" cy="339120"/>
          </a:xfrm>
          <a:prstGeom prst="rect">
            <a:avLst/>
          </a:prstGeom>
          <a:noFill/>
          <a:ln w="10800">
            <a:noFill/>
          </a:ln>
        </p:spPr>
        <p:style>
          <a:lnRef idx="0"/>
          <a:fillRef idx="0"/>
          <a:effectRef idx="0"/>
          <a:fontRef idx="minor"/>
        </p:style>
        <p:txBody>
          <a:bodyPr lIns="90000" rIns="90000" tIns="45000" bIns="45000" anchor="t">
            <a:noAutofit/>
          </a:bodyPr>
          <a:p>
            <a:pPr>
              <a:lnSpc>
                <a:spcPct val="100000"/>
              </a:lnSpc>
              <a:buNone/>
            </a:pPr>
            <a:r>
              <a:rPr b="1" lang="en-US" sz="1800" spc="-1" strike="noStrike">
                <a:solidFill>
                  <a:srgbClr val="ffffff"/>
                </a:solidFill>
                <a:latin typeface="Times New Roman"/>
                <a:ea typeface="DejaVu Sans"/>
              </a:rPr>
              <a:t>Casey Muratori</a:t>
            </a:r>
            <a:endParaRPr b="0" lang="en-US" sz="1800" spc="-1" strike="noStrike">
              <a:latin typeface="Arial"/>
            </a:endParaRPr>
          </a:p>
        </p:txBody>
      </p:sp>
      <p:sp>
        <p:nvSpPr>
          <p:cNvPr id="4" name="PlaceHolder 3"/>
          <p:cNvSpPr>
            <a:spLocks noGrp="1"/>
          </p:cNvSpPr>
          <p:nvPr>
            <p:ph type="sldNum" idx="2"/>
          </p:nvPr>
        </p:nvSpPr>
        <p:spPr/>
        <p:txBody>
          <a:bodyPr/>
          <a:p>
            <a:fld id="{0B523BC0-3C5F-4D05-A563-A2B9D3488695}" type="slidenum">
              <a:t>2</a:t>
            </a:fld>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1"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Analiza i komparativni prikaz postojećih terminalskih editora</a:t>
            </a:r>
            <a:endParaRPr b="0" lang="en-US" sz="2800" spc="-1" strike="noStrike">
              <a:latin typeface="Arial"/>
            </a:endParaRPr>
          </a:p>
        </p:txBody>
      </p:sp>
      <p:sp>
        <p:nvSpPr>
          <p:cNvPr id="192" name="PlaceHolder 2"/>
          <p:cNvSpPr>
            <a:spLocks noGrp="1"/>
          </p:cNvSpPr>
          <p:nvPr>
            <p:ph/>
          </p:nvPr>
        </p:nvSpPr>
        <p:spPr>
          <a:xfrm>
            <a:off x="504720" y="1143000"/>
            <a:ext cx="8635680" cy="2739600"/>
          </a:xfrm>
          <a:prstGeom prst="rect">
            <a:avLst/>
          </a:prstGeom>
          <a:noFill/>
          <a:ln w="0">
            <a:noFill/>
          </a:ln>
        </p:spPr>
        <p:txBody>
          <a:bodyPr lIns="0" rIns="0" tIns="0" bIns="0" anchor="t">
            <a:normAutofit/>
          </a:bodyPr>
          <a:p>
            <a:pPr algn="just">
              <a:lnSpc>
                <a:spcPct val="100000"/>
              </a:lnSpc>
              <a:spcBef>
                <a:spcPts val="1414"/>
              </a:spcBef>
              <a:buNone/>
            </a:pPr>
            <a:r>
              <a:rPr b="0" lang="en-US" sz="1600" spc="-1" strike="noStrike">
                <a:solidFill>
                  <a:srgbClr val="ffffff"/>
                </a:solidFill>
                <a:latin typeface="Times New Roman"/>
              </a:rPr>
              <a:t>U okviru ovog rada izvršena je detaljna analiza i komparacija srodnih terminalskih tekstualnih editora koji su direktno ili indirektno uticali na razvoj editora rwx.</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Analizirani su sledeći sistemi:</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vi i vim - Industrijski standardi modalnog editovanja. Dok je izvorni vi postavio temelje efikasnog kretanja kroz tekst, vim (Vi IMproved) je uveo bogat ekosistem, napredno konfigurisanje kroz .vimrc fajlove i eksterni skripting jezik (Vimscript).</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neovim - Moderan naslednik vima sa refaktorisanom bazom koda. Karakteriše ga asinhrona arhitektura, ugrađen LSP klijent i korišćenje Lua programskog jezika za konfiguraciju i razvoj dodataka (engl. plugins).</a:t>
            </a:r>
            <a:endParaRPr b="0" lang="en-US" sz="1600" spc="-1" strike="noStrike">
              <a:latin typeface="Arial"/>
            </a:endParaRPr>
          </a:p>
        </p:txBody>
      </p:sp>
      <p:sp>
        <p:nvSpPr>
          <p:cNvPr id="193" name="Rectangle 192"/>
          <p:cNvSpPr/>
          <p:nvPr/>
        </p:nvSpPr>
        <p:spPr>
          <a:xfrm>
            <a:off x="1371600" y="3886200"/>
            <a:ext cx="1733760" cy="339120"/>
          </a:xfrm>
          <a:prstGeom prst="rect">
            <a:avLst/>
          </a:prstGeom>
          <a:noFill/>
          <a:ln w="10800">
            <a:noFill/>
          </a:ln>
        </p:spPr>
        <p:style>
          <a:lnRef idx="0"/>
          <a:fillRef idx="0"/>
          <a:effectRef idx="0"/>
          <a:fontRef idx="minor"/>
        </p:style>
      </p:sp>
      <p:pic>
        <p:nvPicPr>
          <p:cNvPr id="194" name="Picture 193" descr=""/>
          <p:cNvPicPr/>
          <p:nvPr/>
        </p:nvPicPr>
        <p:blipFill>
          <a:blip r:embed="rId1"/>
          <a:stretch/>
        </p:blipFill>
        <p:spPr>
          <a:xfrm>
            <a:off x="6630840" y="3886200"/>
            <a:ext cx="1137960" cy="1139400"/>
          </a:xfrm>
          <a:prstGeom prst="rect">
            <a:avLst/>
          </a:prstGeom>
          <a:ln w="0">
            <a:noFill/>
          </a:ln>
        </p:spPr>
      </p:pic>
      <p:pic>
        <p:nvPicPr>
          <p:cNvPr id="195" name="Picture 194" descr=""/>
          <p:cNvPicPr/>
          <p:nvPr/>
        </p:nvPicPr>
        <p:blipFill>
          <a:blip r:embed="rId2"/>
          <a:stretch/>
        </p:blipFill>
        <p:spPr>
          <a:xfrm>
            <a:off x="8001000" y="3886200"/>
            <a:ext cx="910800" cy="1111320"/>
          </a:xfrm>
          <a:prstGeom prst="rect">
            <a:avLst/>
          </a:prstGeom>
          <a:ln w="0">
            <a:noFill/>
          </a:ln>
        </p:spPr>
      </p:pic>
      <p:sp>
        <p:nvSpPr>
          <p:cNvPr id="4" name="PlaceHolder 3"/>
          <p:cNvSpPr>
            <a:spLocks noGrp="1"/>
          </p:cNvSpPr>
          <p:nvPr>
            <p:ph type="sldNum" idx="5"/>
          </p:nvPr>
        </p:nvSpPr>
        <p:spPr/>
        <p:txBody>
          <a:bodyPr/>
          <a:p>
            <a:fld id="{5864E874-930A-4DD3-B8A5-036F1CFF117E}" type="slidenum">
              <a:t>3</a:t>
            </a:fld>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6"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Analiza i komparativni prikaz postojećih terminalskih editora</a:t>
            </a:r>
            <a:endParaRPr b="0" lang="en-US" sz="2800" spc="-1" strike="noStrike">
              <a:latin typeface="Arial"/>
            </a:endParaRPr>
          </a:p>
        </p:txBody>
      </p:sp>
      <p:sp>
        <p:nvSpPr>
          <p:cNvPr id="197" name="PlaceHolder 2"/>
          <p:cNvSpPr>
            <a:spLocks noGrp="1"/>
          </p:cNvSpPr>
          <p:nvPr>
            <p:ph/>
          </p:nvPr>
        </p:nvSpPr>
        <p:spPr>
          <a:xfrm>
            <a:off x="504000" y="1143000"/>
            <a:ext cx="8635680" cy="2511000"/>
          </a:xfrm>
          <a:prstGeom prst="rect">
            <a:avLst/>
          </a:prstGeom>
          <a:noFill/>
          <a:ln w="0">
            <a:noFill/>
          </a:ln>
        </p:spPr>
        <p:txBody>
          <a:bodyPr lIns="0" rIns="0" tIns="0" bIns="0" anchor="t">
            <a:normAutofit/>
          </a:bodyPr>
          <a:p>
            <a:pPr algn="just">
              <a:lnSpc>
                <a:spcPct val="100000"/>
              </a:lnSpc>
              <a:spcBef>
                <a:spcPts val="1414"/>
              </a:spcBef>
              <a:buNone/>
            </a:pPr>
            <a:r>
              <a:rPr b="0" lang="en-US" sz="1600" spc="-1" strike="noStrike">
                <a:solidFill>
                  <a:srgbClr val="ffffff"/>
                </a:solidFill>
                <a:latin typeface="Times New Roman"/>
              </a:rPr>
              <a:t>nano - Predstavnik jednostavnih, nemodalnih editora prilagođenih početnicima. Fokusiran je na brze izmene bez potrebe za učenjem kompleksnih prečica, ali nudi ograničene mogućnosti proširivanja i ograničene napredne opcije manipulacije teksta.</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kilo - Edukativni, minimalistički editor napisan u manje od 1000 linija C koda. Iako funkcionalno limitiran, kilo demonstrira kako se manipulacijom terminala u sirovom (engl. raw) režimu može kreirati funkcionalan editor bez eksternih biblioteka.</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U cilju jasnijeg sagledavanja arhitektonskih i filozofskih razlika između ovih alata i editora rwx, u sledećim tabelama je dat uporedni pregled njihovih ključnih karakteristika.</a:t>
            </a:r>
            <a:endParaRPr b="0" lang="en-US" sz="1600" spc="-1" strike="noStrike">
              <a:latin typeface="Arial"/>
            </a:endParaRPr>
          </a:p>
        </p:txBody>
      </p:sp>
      <p:sp>
        <p:nvSpPr>
          <p:cNvPr id="198" name="Rectangle 197"/>
          <p:cNvSpPr/>
          <p:nvPr/>
        </p:nvSpPr>
        <p:spPr>
          <a:xfrm>
            <a:off x="685800" y="4343400"/>
            <a:ext cx="3424680" cy="342000"/>
          </a:xfrm>
          <a:prstGeom prst="rect">
            <a:avLst/>
          </a:prstGeom>
          <a:noFill/>
          <a:ln w="10800">
            <a:noFill/>
          </a:ln>
        </p:spPr>
        <p:style>
          <a:lnRef idx="0"/>
          <a:fillRef idx="0"/>
          <a:effectRef idx="0"/>
          <a:fontRef idx="minor"/>
        </p:style>
      </p:sp>
      <p:sp>
        <p:nvSpPr>
          <p:cNvPr id="199" name="Rectangle 198"/>
          <p:cNvSpPr/>
          <p:nvPr/>
        </p:nvSpPr>
        <p:spPr>
          <a:xfrm>
            <a:off x="685800" y="4689720"/>
            <a:ext cx="3159000" cy="339120"/>
          </a:xfrm>
          <a:prstGeom prst="rect">
            <a:avLst/>
          </a:prstGeom>
          <a:noFill/>
          <a:ln w="10800">
            <a:noFill/>
          </a:ln>
        </p:spPr>
        <p:style>
          <a:lnRef idx="0"/>
          <a:fillRef idx="0"/>
          <a:effectRef idx="0"/>
          <a:fontRef idx="minor"/>
        </p:style>
      </p:sp>
      <p:sp>
        <p:nvSpPr>
          <p:cNvPr id="200" name="Rectangle 199"/>
          <p:cNvSpPr/>
          <p:nvPr/>
        </p:nvSpPr>
        <p:spPr>
          <a:xfrm>
            <a:off x="1371600" y="3886200"/>
            <a:ext cx="1733760" cy="339120"/>
          </a:xfrm>
          <a:prstGeom prst="rect">
            <a:avLst/>
          </a:prstGeom>
          <a:noFill/>
          <a:ln w="10800">
            <a:noFill/>
          </a:ln>
        </p:spPr>
        <p:style>
          <a:lnRef idx="0"/>
          <a:fillRef idx="0"/>
          <a:effectRef idx="0"/>
          <a:fontRef idx="minor"/>
        </p:style>
      </p:sp>
      <p:pic>
        <p:nvPicPr>
          <p:cNvPr id="201" name="Picture 200" descr=""/>
          <p:cNvPicPr/>
          <p:nvPr/>
        </p:nvPicPr>
        <p:blipFill>
          <a:blip r:embed="rId1"/>
          <a:stretch/>
        </p:blipFill>
        <p:spPr>
          <a:xfrm>
            <a:off x="6172200" y="3886200"/>
            <a:ext cx="2968200" cy="1061640"/>
          </a:xfrm>
          <a:prstGeom prst="rect">
            <a:avLst/>
          </a:prstGeom>
          <a:ln w="0">
            <a:noFill/>
          </a:ln>
        </p:spPr>
      </p:pic>
      <p:sp>
        <p:nvSpPr>
          <p:cNvPr id="4" name="PlaceHolder 3"/>
          <p:cNvSpPr>
            <a:spLocks noGrp="1"/>
          </p:cNvSpPr>
          <p:nvPr>
            <p:ph type="sldNum" idx="5"/>
          </p:nvPr>
        </p:nvSpPr>
        <p:spPr/>
        <p:txBody>
          <a:bodyPr/>
          <a:p>
            <a:fld id="{8FBF38CA-D725-435B-AD05-6E9611A33892}" type="slidenum">
              <a:t>4</a:t>
            </a:fld>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rwx editor u poređenju sa drugim terminal editorima</a:t>
            </a:r>
            <a:endParaRPr b="0" lang="en-US" sz="2800" spc="-1" strike="noStrike">
              <a:latin typeface="Arial"/>
            </a:endParaRPr>
          </a:p>
        </p:txBody>
      </p:sp>
      <p:graphicFrame>
        <p:nvGraphicFramePr>
          <p:cNvPr id="203" name="Table 202"/>
          <p:cNvGraphicFramePr/>
          <p:nvPr/>
        </p:nvGraphicFramePr>
        <p:xfrm>
          <a:off x="504000" y="1143000"/>
          <a:ext cx="8639640" cy="2607840"/>
        </p:xfrm>
        <a:graphic>
          <a:graphicData uri="http://schemas.openxmlformats.org/drawingml/2006/table">
            <a:tbl>
              <a:tblPr/>
              <a:tblGrid>
                <a:gridCol w="1251360"/>
                <a:gridCol w="7388640"/>
              </a:tblGrid>
              <a:tr h="372960">
                <a:tc>
                  <a:txBody>
                    <a:bodyPr lIns="90000" rIns="90000" anchor="t">
                      <a:noAutofit/>
                    </a:bodyPr>
                    <a:p>
                      <a:pPr algn="ctr">
                        <a:lnSpc>
                          <a:spcPct val="100000"/>
                        </a:lnSpc>
                        <a:buNone/>
                      </a:pPr>
                      <a:r>
                        <a:rPr b="1" lang="en-US" sz="1800" spc="-1" strike="noStrike" u="sng">
                          <a:solidFill>
                            <a:srgbClr val="000000"/>
                          </a:solidFill>
                          <a:uFillTx/>
                          <a:latin typeface="Times New Roman"/>
                        </a:rPr>
                        <a:t>Editor</a:t>
                      </a:r>
                      <a:endParaRPr b="0" lang="en-US" sz="18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lIns="90000" rIns="90000" anchor="t">
                      <a:noAutofit/>
                    </a:bodyPr>
                    <a:p>
                      <a:pPr algn="ctr">
                        <a:lnSpc>
                          <a:spcPct val="100000"/>
                        </a:lnSpc>
                        <a:buNone/>
                      </a:pPr>
                      <a:r>
                        <a:rPr b="1" lang="en-US" sz="1800" spc="-1" strike="noStrike" u="sng">
                          <a:solidFill>
                            <a:srgbClr val="000000"/>
                          </a:solidFill>
                          <a:uFillTx/>
                          <a:latin typeface="Times New Roman"/>
                        </a:rPr>
                        <a:t>Arhitektura baze koda</a:t>
                      </a:r>
                      <a:endParaRPr b="0" lang="en-US" sz="18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rwx</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Minimalistička monolitna (C)</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kilo</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Minimalistička (C fajl manji od 1000 LOC)</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nano</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Monolitna (C)</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vi</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Monolitna (istorijska C baza)</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vim</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Monolitna (kompleksna C baza)</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4040">
                <a:tc>
                  <a:txBody>
                    <a:bodyPr lIns="90000" rIns="90000" anchor="t">
                      <a:noAutofit/>
                    </a:bodyPr>
                    <a:p>
                      <a:pPr algn="ctr">
                        <a:lnSpc>
                          <a:spcPct val="100000"/>
                        </a:lnSpc>
                        <a:buNone/>
                      </a:pPr>
                      <a:r>
                        <a:rPr b="0" lang="en-US" sz="1600" spc="-1" strike="noStrike">
                          <a:solidFill>
                            <a:srgbClr val="000000"/>
                          </a:solidFill>
                          <a:latin typeface="Times New Roman"/>
                        </a:rPr>
                        <a:t>neovim</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Modularna, asinhrona (C i Lua)</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3" name="PlaceHolder 2"/>
          <p:cNvSpPr>
            <a:spLocks noGrp="1"/>
          </p:cNvSpPr>
          <p:nvPr>
            <p:ph type="sldNum" idx="8"/>
          </p:nvPr>
        </p:nvSpPr>
        <p:spPr/>
        <p:txBody>
          <a:bodyPr/>
          <a:p>
            <a:fld id="{98C098FB-661B-43D8-BF43-78D16367C17E}" type="slidenum">
              <a:t>5</a:t>
            </a:fld>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rwx editor u poređenju sa drugim terminal editorima</a:t>
            </a:r>
            <a:endParaRPr b="0" lang="en-US" sz="2800" spc="-1" strike="noStrike">
              <a:latin typeface="Arial"/>
            </a:endParaRPr>
          </a:p>
        </p:txBody>
      </p:sp>
      <p:graphicFrame>
        <p:nvGraphicFramePr>
          <p:cNvPr id="205" name="Table 204"/>
          <p:cNvGraphicFramePr/>
          <p:nvPr/>
        </p:nvGraphicFramePr>
        <p:xfrm>
          <a:off x="504000" y="1143000"/>
          <a:ext cx="8639640" cy="2607840"/>
        </p:xfrm>
        <a:graphic>
          <a:graphicData uri="http://schemas.openxmlformats.org/drawingml/2006/table">
            <a:tbl>
              <a:tblPr/>
              <a:tblGrid>
                <a:gridCol w="1251360"/>
                <a:gridCol w="7388640"/>
              </a:tblGrid>
              <a:tr h="372960">
                <a:tc>
                  <a:txBody>
                    <a:bodyPr lIns="90000" rIns="90000" anchor="t">
                      <a:noAutofit/>
                    </a:bodyPr>
                    <a:p>
                      <a:pPr algn="ctr">
                        <a:lnSpc>
                          <a:spcPct val="100000"/>
                        </a:lnSpc>
                        <a:buNone/>
                      </a:pPr>
                      <a:r>
                        <a:rPr b="1" lang="en-US" sz="1800" spc="-1" strike="noStrike" u="sng">
                          <a:solidFill>
                            <a:srgbClr val="000000"/>
                          </a:solidFill>
                          <a:uFillTx/>
                          <a:latin typeface="Times New Roman"/>
                        </a:rPr>
                        <a:t>Editor</a:t>
                      </a:r>
                      <a:endParaRPr b="0" lang="en-US" sz="18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lIns="90000" rIns="90000" anchor="t">
                      <a:noAutofit/>
                    </a:bodyPr>
                    <a:p>
                      <a:pPr algn="ctr">
                        <a:lnSpc>
                          <a:spcPct val="100000"/>
                        </a:lnSpc>
                        <a:buNone/>
                      </a:pPr>
                      <a:r>
                        <a:rPr b="1" lang="en-US" sz="1800" spc="-1" strike="noStrike" u="sng">
                          <a:solidFill>
                            <a:srgbClr val="000000"/>
                          </a:solidFill>
                          <a:uFillTx/>
                          <a:latin typeface="Times New Roman"/>
                        </a:rPr>
                        <a:t>Način konfigurisanja</a:t>
                      </a:r>
                      <a:endParaRPr b="0" lang="en-US" sz="18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rwx</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Zakrpama ili direktnom modifikacijom izvornog koda</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kilo</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Direktnom modifikacijom izvornog koda</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nano</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Eksterni fajl (.nanorc)</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vi</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Eksterni fajl (.exrc)</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vim</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Eksterni fajl (.vimrc), Vimscript</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4040">
                <a:tc>
                  <a:txBody>
                    <a:bodyPr lIns="90000" rIns="90000" anchor="t">
                      <a:noAutofit/>
                    </a:bodyPr>
                    <a:p>
                      <a:pPr algn="ctr">
                        <a:lnSpc>
                          <a:spcPct val="100000"/>
                        </a:lnSpc>
                        <a:buNone/>
                      </a:pPr>
                      <a:r>
                        <a:rPr b="0" lang="en-US" sz="1600" spc="-1" strike="noStrike">
                          <a:solidFill>
                            <a:srgbClr val="000000"/>
                          </a:solidFill>
                          <a:latin typeface="Times New Roman"/>
                        </a:rPr>
                        <a:t>neovim</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Eksterni fajlovi (Lua i Vimscript)</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3" name="PlaceHolder 2"/>
          <p:cNvSpPr>
            <a:spLocks noGrp="1"/>
          </p:cNvSpPr>
          <p:nvPr>
            <p:ph type="sldNum" idx="8"/>
          </p:nvPr>
        </p:nvSpPr>
        <p:spPr/>
        <p:txBody>
          <a:bodyPr/>
          <a:p>
            <a:fld id="{540BF515-E0B8-476D-8A85-A7B4EC96ADB6}" type="slidenum">
              <a:t>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rwx editor u poređenju sa drugim terminal editorima</a:t>
            </a:r>
            <a:endParaRPr b="0" lang="en-US" sz="2800" spc="-1" strike="noStrike">
              <a:latin typeface="Arial"/>
            </a:endParaRPr>
          </a:p>
        </p:txBody>
      </p:sp>
      <p:graphicFrame>
        <p:nvGraphicFramePr>
          <p:cNvPr id="207" name="Table 206"/>
          <p:cNvGraphicFramePr/>
          <p:nvPr/>
        </p:nvGraphicFramePr>
        <p:xfrm>
          <a:off x="504000" y="1143000"/>
          <a:ext cx="8639640" cy="2607840"/>
        </p:xfrm>
        <a:graphic>
          <a:graphicData uri="http://schemas.openxmlformats.org/drawingml/2006/table">
            <a:tbl>
              <a:tblPr/>
              <a:tblGrid>
                <a:gridCol w="1251360"/>
                <a:gridCol w="7388640"/>
              </a:tblGrid>
              <a:tr h="372960">
                <a:tc>
                  <a:txBody>
                    <a:bodyPr lIns="90000" rIns="90000" anchor="t">
                      <a:noAutofit/>
                    </a:bodyPr>
                    <a:p>
                      <a:pPr algn="ctr">
                        <a:lnSpc>
                          <a:spcPct val="100000"/>
                        </a:lnSpc>
                        <a:buNone/>
                      </a:pPr>
                      <a:r>
                        <a:rPr b="1" lang="en-US" sz="1800" spc="-1" strike="noStrike" u="sng">
                          <a:solidFill>
                            <a:srgbClr val="000000"/>
                          </a:solidFill>
                          <a:uFillTx/>
                          <a:latin typeface="Times New Roman"/>
                        </a:rPr>
                        <a:t>Editor</a:t>
                      </a:r>
                      <a:endParaRPr b="0" lang="en-US" sz="18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lIns="90000" rIns="90000" anchor="t">
                      <a:noAutofit/>
                    </a:bodyPr>
                    <a:p>
                      <a:pPr algn="ctr">
                        <a:lnSpc>
                          <a:spcPct val="100000"/>
                        </a:lnSpc>
                        <a:buNone/>
                      </a:pPr>
                      <a:r>
                        <a:rPr b="1" lang="en-US" sz="1800" spc="-1" strike="noStrike" u="sng">
                          <a:solidFill>
                            <a:srgbClr val="000000"/>
                          </a:solidFill>
                          <a:uFillTx/>
                          <a:latin typeface="Times New Roman"/>
                        </a:rPr>
                        <a:t>Sistemi proširivanja</a:t>
                      </a:r>
                      <a:endParaRPr b="0" lang="en-US" sz="18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rwx</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Mehanizam zakrpa</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kilo</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Nema (ručne modifikacije izvornog koda)</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nano</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Nema</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vi</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Nema</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vim</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Dinamički plugin ekosistem (Vimscript)</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4040">
                <a:tc>
                  <a:txBody>
                    <a:bodyPr lIns="90000" rIns="90000" anchor="t">
                      <a:noAutofit/>
                    </a:bodyPr>
                    <a:p>
                      <a:pPr algn="ctr">
                        <a:lnSpc>
                          <a:spcPct val="100000"/>
                        </a:lnSpc>
                        <a:buNone/>
                      </a:pPr>
                      <a:r>
                        <a:rPr b="0" lang="en-US" sz="1600" spc="-1" strike="noStrike">
                          <a:solidFill>
                            <a:srgbClr val="000000"/>
                          </a:solidFill>
                          <a:latin typeface="Times New Roman"/>
                        </a:rPr>
                        <a:t>neovim</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Dinamički plugin ekosistem (Lua API)</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3" name="PlaceHolder 2"/>
          <p:cNvSpPr>
            <a:spLocks noGrp="1"/>
          </p:cNvSpPr>
          <p:nvPr>
            <p:ph type="sldNum" idx="8"/>
          </p:nvPr>
        </p:nvSpPr>
        <p:spPr/>
        <p:txBody>
          <a:bodyPr/>
          <a:p>
            <a:fld id="{6CCB6762-EBF1-4927-9DB8-B6418B22157D}" type="slidenum">
              <a:t>7</a:t>
            </a:fld>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rwx editor u poređenju sa drugim terminal editorima</a:t>
            </a:r>
            <a:endParaRPr b="0" lang="en-US" sz="2800" spc="-1" strike="noStrike">
              <a:latin typeface="Arial"/>
            </a:endParaRPr>
          </a:p>
        </p:txBody>
      </p:sp>
      <p:graphicFrame>
        <p:nvGraphicFramePr>
          <p:cNvPr id="209" name="Table 208"/>
          <p:cNvGraphicFramePr/>
          <p:nvPr/>
        </p:nvGraphicFramePr>
        <p:xfrm>
          <a:off x="504000" y="1143000"/>
          <a:ext cx="8639640" cy="2607840"/>
        </p:xfrm>
        <a:graphic>
          <a:graphicData uri="http://schemas.openxmlformats.org/drawingml/2006/table">
            <a:tbl>
              <a:tblPr/>
              <a:tblGrid>
                <a:gridCol w="1251360"/>
                <a:gridCol w="7388640"/>
              </a:tblGrid>
              <a:tr h="372960">
                <a:tc>
                  <a:txBody>
                    <a:bodyPr lIns="90000" rIns="90000" anchor="t">
                      <a:noAutofit/>
                    </a:bodyPr>
                    <a:p>
                      <a:pPr algn="ctr">
                        <a:lnSpc>
                          <a:spcPct val="100000"/>
                        </a:lnSpc>
                        <a:buNone/>
                      </a:pPr>
                      <a:r>
                        <a:rPr b="1" lang="en-US" sz="1800" spc="-1" strike="noStrike" u="sng">
                          <a:solidFill>
                            <a:srgbClr val="000000"/>
                          </a:solidFill>
                          <a:uFillTx/>
                          <a:latin typeface="Times New Roman"/>
                        </a:rPr>
                        <a:t>Editor</a:t>
                      </a:r>
                      <a:endParaRPr b="0" lang="en-US" sz="18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lIns="90000" rIns="90000" anchor="t">
                      <a:noAutofit/>
                    </a:bodyPr>
                    <a:p>
                      <a:pPr algn="ctr">
                        <a:lnSpc>
                          <a:spcPct val="100000"/>
                        </a:lnSpc>
                        <a:buNone/>
                      </a:pPr>
                      <a:r>
                        <a:rPr b="1" lang="en-US" sz="1800" spc="-1" strike="noStrike" u="sng">
                          <a:solidFill>
                            <a:srgbClr val="000000"/>
                          </a:solidFill>
                          <a:uFillTx/>
                          <a:latin typeface="Times New Roman"/>
                        </a:rPr>
                        <a:t>Zavisi od</a:t>
                      </a:r>
                      <a:endParaRPr b="0" lang="en-US" sz="18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rwx</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Isključivo standardna C biblioteka</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kilo</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Isključivo standardna C biblioteka</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nano</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ncurses</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vi</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Standardne POSIX biblioteke</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372240">
                <a:tc>
                  <a:txBody>
                    <a:bodyPr lIns="90000" rIns="90000" anchor="t">
                      <a:noAutofit/>
                    </a:bodyPr>
                    <a:p>
                      <a:pPr algn="ctr">
                        <a:lnSpc>
                          <a:spcPct val="100000"/>
                        </a:lnSpc>
                        <a:buNone/>
                      </a:pPr>
                      <a:r>
                        <a:rPr b="0" lang="en-US" sz="1600" spc="-1" strike="noStrike">
                          <a:solidFill>
                            <a:srgbClr val="000000"/>
                          </a:solidFill>
                          <a:latin typeface="Times New Roman"/>
                        </a:rPr>
                        <a:t>vim</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Brojne eksterne biblioteke i parseri</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374040">
                <a:tc>
                  <a:txBody>
                    <a:bodyPr lIns="90000" rIns="90000" anchor="t">
                      <a:noAutofit/>
                    </a:bodyPr>
                    <a:p>
                      <a:pPr algn="ctr">
                        <a:lnSpc>
                          <a:spcPct val="100000"/>
                        </a:lnSpc>
                        <a:buNone/>
                      </a:pPr>
                      <a:r>
                        <a:rPr b="0" lang="en-US" sz="1600" spc="-1" strike="noStrike">
                          <a:solidFill>
                            <a:srgbClr val="000000"/>
                          </a:solidFill>
                          <a:latin typeface="Times New Roman"/>
                        </a:rPr>
                        <a:t>neovim</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Brojne eksterne biblioteke i parseri</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3" name="PlaceHolder 2"/>
          <p:cNvSpPr>
            <a:spLocks noGrp="1"/>
          </p:cNvSpPr>
          <p:nvPr>
            <p:ph type="sldNum" idx="8"/>
          </p:nvPr>
        </p:nvSpPr>
        <p:spPr/>
        <p:txBody>
          <a:bodyPr/>
          <a:p>
            <a:fld id="{52336D05-9B40-4977-A336-AC4B6BA52581}" type="slidenum">
              <a:t>8</a:t>
            </a:fld>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Analiza i komparativni prikaz postojećih terminalskih editora</a:t>
            </a:r>
            <a:endParaRPr b="0" lang="en-US" sz="2800" spc="-1" strike="noStrike">
              <a:latin typeface="Arial"/>
            </a:endParaRPr>
          </a:p>
        </p:txBody>
      </p:sp>
      <p:sp>
        <p:nvSpPr>
          <p:cNvPr id="211" name="PlaceHolder 2"/>
          <p:cNvSpPr>
            <a:spLocks noGrp="1"/>
          </p:cNvSpPr>
          <p:nvPr>
            <p:ph/>
          </p:nvPr>
        </p:nvSpPr>
        <p:spPr>
          <a:xfrm>
            <a:off x="504000" y="1143000"/>
            <a:ext cx="8635680" cy="3196800"/>
          </a:xfrm>
          <a:prstGeom prst="rect">
            <a:avLst/>
          </a:prstGeom>
          <a:noFill/>
          <a:ln w="0">
            <a:noFill/>
          </a:ln>
        </p:spPr>
        <p:txBody>
          <a:bodyPr lIns="0" rIns="0" tIns="0" bIns="0" anchor="t">
            <a:normAutofit/>
          </a:bodyPr>
          <a:p>
            <a:pPr algn="just">
              <a:lnSpc>
                <a:spcPct val="100000"/>
              </a:lnSpc>
              <a:spcBef>
                <a:spcPts val="1414"/>
              </a:spcBef>
              <a:buNone/>
            </a:pPr>
            <a:r>
              <a:rPr b="0" lang="en-US" sz="1600" spc="-1" strike="noStrike">
                <a:solidFill>
                  <a:srgbClr val="ffffff"/>
                </a:solidFill>
                <a:latin typeface="Times New Roman"/>
              </a:rPr>
              <a:t>Sa jedne strane imamo programe poput neovima koji teže maksimalnoj proširivosti po cenu kompleksnosti i veličini koda, dok s druge strane imamo edukativne alate poput kilo editora koji su ekstremno minimalni, ali nepraktični za svakodnevni rad. Razvoj editora rwx popunjava prazninu između ove dve krajnosti. Rwx zadržava nultu zavisnost od eksternih biblioteka i čistoću koda po uzoru na kilo, ali implementira robustan i čist mehanizam proširivanja inspirisan suckless filozofijom, omogućavajući korisniku da zadrži potpunu kontrolu nad funkcijama koje editor poseduje.</a:t>
            </a:r>
            <a:endParaRPr b="0" lang="en-US" sz="1600" spc="-1" strike="noStrike">
              <a:latin typeface="Arial"/>
            </a:endParaRPr>
          </a:p>
        </p:txBody>
      </p:sp>
      <p:sp>
        <p:nvSpPr>
          <p:cNvPr id="212" name="Rectangle 211"/>
          <p:cNvSpPr/>
          <p:nvPr/>
        </p:nvSpPr>
        <p:spPr>
          <a:xfrm>
            <a:off x="685800" y="4343400"/>
            <a:ext cx="3424680" cy="342000"/>
          </a:xfrm>
          <a:prstGeom prst="rect">
            <a:avLst/>
          </a:prstGeom>
          <a:noFill/>
          <a:ln w="10800">
            <a:noFill/>
          </a:ln>
        </p:spPr>
        <p:style>
          <a:lnRef idx="0"/>
          <a:fillRef idx="0"/>
          <a:effectRef idx="0"/>
          <a:fontRef idx="minor"/>
        </p:style>
      </p:sp>
      <p:sp>
        <p:nvSpPr>
          <p:cNvPr id="213" name="Rectangle 212"/>
          <p:cNvSpPr/>
          <p:nvPr/>
        </p:nvSpPr>
        <p:spPr>
          <a:xfrm>
            <a:off x="685800" y="4689720"/>
            <a:ext cx="3159000" cy="339120"/>
          </a:xfrm>
          <a:prstGeom prst="rect">
            <a:avLst/>
          </a:prstGeom>
          <a:noFill/>
          <a:ln w="10800">
            <a:noFill/>
          </a:ln>
        </p:spPr>
        <p:style>
          <a:lnRef idx="0"/>
          <a:fillRef idx="0"/>
          <a:effectRef idx="0"/>
          <a:fontRef idx="minor"/>
        </p:style>
      </p:sp>
      <p:sp>
        <p:nvSpPr>
          <p:cNvPr id="214" name="Rectangle 213"/>
          <p:cNvSpPr/>
          <p:nvPr/>
        </p:nvSpPr>
        <p:spPr>
          <a:xfrm>
            <a:off x="1371600" y="3886200"/>
            <a:ext cx="1733760" cy="339120"/>
          </a:xfrm>
          <a:prstGeom prst="rect">
            <a:avLst/>
          </a:prstGeom>
          <a:noFill/>
          <a:ln w="10800">
            <a:noFill/>
          </a:ln>
        </p:spPr>
        <p:style>
          <a:lnRef idx="0"/>
          <a:fillRef idx="0"/>
          <a:effectRef idx="0"/>
          <a:fontRef idx="minor"/>
        </p:style>
      </p:sp>
      <p:sp>
        <p:nvSpPr>
          <p:cNvPr id="4" name="PlaceHolder 3"/>
          <p:cNvSpPr>
            <a:spLocks noGrp="1"/>
          </p:cNvSpPr>
          <p:nvPr>
            <p:ph type="sldNum" idx="5"/>
          </p:nvPr>
        </p:nvSpPr>
        <p:spPr/>
        <p:txBody>
          <a:bodyPr/>
          <a:p>
            <a:fld id="{C1817BF4-1B19-4152-87D8-82C5BE87ADE4}" type="slidenum">
              <a:t>9</a:t>
            </a:fld>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Suckless filozofija razvoja softvera</a:t>
            </a:r>
            <a:endParaRPr b="0" lang="en-US" sz="2800" spc="-1" strike="noStrike">
              <a:latin typeface="Arial"/>
            </a:endParaRPr>
          </a:p>
        </p:txBody>
      </p:sp>
      <p:sp>
        <p:nvSpPr>
          <p:cNvPr id="216" name="PlaceHolder 2"/>
          <p:cNvSpPr>
            <a:spLocks noGrp="1"/>
          </p:cNvSpPr>
          <p:nvPr>
            <p:ph/>
          </p:nvPr>
        </p:nvSpPr>
        <p:spPr>
          <a:xfrm>
            <a:off x="504000" y="1143000"/>
            <a:ext cx="8635680" cy="3196080"/>
          </a:xfrm>
          <a:prstGeom prst="rect">
            <a:avLst/>
          </a:prstGeom>
          <a:noFill/>
          <a:ln w="0">
            <a:noFill/>
          </a:ln>
        </p:spPr>
        <p:txBody>
          <a:bodyPr lIns="0" rIns="0" tIns="0" bIns="0" anchor="t">
            <a:normAutofit/>
          </a:bodyPr>
          <a:p>
            <a:pPr algn="just">
              <a:lnSpc>
                <a:spcPct val="100000"/>
              </a:lnSpc>
              <a:spcBef>
                <a:spcPts val="1414"/>
              </a:spcBef>
              <a:buNone/>
            </a:pPr>
            <a:r>
              <a:rPr b="0" lang="en-US" sz="1600" spc="-1" strike="noStrike">
                <a:solidFill>
                  <a:srgbClr val="ffffff"/>
                </a:solidFill>
                <a:latin typeface="Times New Roman"/>
              </a:rPr>
              <a:t>Tradicionalni razvoj modernog softvera često pati od fenomena poznatog kao software bloat, gde aplikacije vremenom postaju kompleksne, spore i pretrpane funkcionalnostima koje većina korisnika nikada ne koristi. Kao direktan odgovor na ovaj trend nastala je suckless filozofija, inženjerski pokret koji se zalaže za razvoj naprednog, ekstremno jednostavnog, jasnog i ekonomičnog softvera.Glavni postulati suckless filozofije su:</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Jednostavnost i čitljivost - Kod mora biti napisan tako da ga jedan programer može u potpunosti razumeti i modifikovati.</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Minimalizam - Softver treba da radi samo jednu stvar i da je radi kako treba (UNIX filozofija).</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Izbegavanje dinamičke kompleksnosti - Složeni grafički interfejsi i teški apstrakcioni slojevi se odbacuju u korist bazičnih, ali moćnih sistemskih mehanizama.</a:t>
            </a:r>
            <a:endParaRPr b="0" lang="en-US" sz="1600" spc="-1" strike="noStrike">
              <a:latin typeface="Arial"/>
            </a:endParaRPr>
          </a:p>
        </p:txBody>
      </p:sp>
      <p:pic>
        <p:nvPicPr>
          <p:cNvPr id="217" name="Picture 216" descr=""/>
          <p:cNvPicPr/>
          <p:nvPr/>
        </p:nvPicPr>
        <p:blipFill>
          <a:blip r:embed="rId1"/>
          <a:stretch/>
        </p:blipFill>
        <p:spPr>
          <a:xfrm>
            <a:off x="7543800" y="4317840"/>
            <a:ext cx="1595880" cy="707040"/>
          </a:xfrm>
          <a:prstGeom prst="rect">
            <a:avLst/>
          </a:prstGeom>
          <a:ln w="10800">
            <a:noFill/>
          </a:ln>
        </p:spPr>
      </p:pic>
      <p:sp>
        <p:nvSpPr>
          <p:cNvPr id="4" name="PlaceHolder 3"/>
          <p:cNvSpPr>
            <a:spLocks noGrp="1"/>
          </p:cNvSpPr>
          <p:nvPr>
            <p:ph type="sldNum" idx="2"/>
          </p:nvPr>
        </p:nvSpPr>
        <p:spPr/>
        <p:txBody>
          <a:bodyPr/>
          <a:p>
            <a:fld id="{966A04CC-36D3-44A7-927A-D107160517CB}" type="slidenum">
              <a:t>10</a:t>
            </a:fld>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Konfigurisanje kroz izvorni kod naspram konfiguracionih fajlova</a:t>
            </a:r>
            <a:endParaRPr b="0" lang="en-US" sz="2800" spc="-1" strike="noStrike">
              <a:latin typeface="Arial"/>
            </a:endParaRPr>
          </a:p>
        </p:txBody>
      </p:sp>
      <p:sp>
        <p:nvSpPr>
          <p:cNvPr id="219" name="PlaceHolder 3"/>
          <p:cNvSpPr/>
          <p:nvPr/>
        </p:nvSpPr>
        <p:spPr>
          <a:xfrm>
            <a:off x="507600" y="1143000"/>
            <a:ext cx="8635680" cy="3196080"/>
          </a:xfrm>
          <a:prstGeom prst="rect">
            <a:avLst/>
          </a:prstGeom>
          <a:noFill/>
          <a:ln w="0">
            <a:noFill/>
          </a:ln>
        </p:spPr>
        <p:style>
          <a:lnRef idx="0"/>
          <a:fillRef idx="0"/>
          <a:effectRef idx="0"/>
          <a:fontRef idx="minor"/>
        </p:style>
        <p:txBody>
          <a:bodyPr lIns="0" rIns="0" tIns="0" bIns="0" anchor="t">
            <a:normAutofit/>
          </a:bodyPr>
          <a:p>
            <a:pPr algn="just">
              <a:lnSpc>
                <a:spcPct val="100000"/>
              </a:lnSpc>
              <a:spcBef>
                <a:spcPts val="1414"/>
              </a:spcBef>
              <a:buNone/>
            </a:pPr>
            <a:r>
              <a:rPr b="0" lang="en-US" sz="1600" spc="-1" strike="noStrike">
                <a:solidFill>
                  <a:srgbClr val="ffffff"/>
                </a:solidFill>
                <a:latin typeface="Times New Roman"/>
                <a:ea typeface="DejaVu Sans"/>
              </a:rPr>
              <a:t>U klasičnim aplikacijama, prilagođavanje korisničkim opcijama se vrši u hodu, parsiranjem eksternih konfiguracionih fajlova, kao što su .json, .yaml, .ini ili namenskih skripti poput .vimrc. Iako je ovaj pristup naizgled komforan za korisnika, on sa sobom nosi ozbiljne arhitektonske nedostatke:</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ea typeface="DejaVu Sans"/>
              </a:rPr>
              <a:t>Kompleksnost koda - Programer mora da napiše i održava podsistem za parsiranje teksta, validaciju sintakse i podsistem za rukovanje greškama u konfiguracionom fajlu.</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ea typeface="DejaVu Sans"/>
              </a:rPr>
              <a:t>Potrošnja resursa - Aplikacija troši CPU cikluse i memoriju pri svakom pokretanju samo da bi učitala i interpretirala korisnička podešavanja.</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ea typeface="DejaVu Sans"/>
              </a:rPr>
              <a:t>Skriveno ponašanje - Korisnik često ne zna tačno šta određeni plugin ili konfiguraciona opcija menja u toku rada.</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ea typeface="DejaVu Sans"/>
              </a:rPr>
              <a:t>Suckless softver eliminiše ovaj sloj tako što uvodi konfigurisanje preko zakrpa (engl. patches).</a:t>
            </a:r>
            <a:endParaRPr b="0" lang="en-US" sz="1600" spc="-1" strike="noStrike">
              <a:latin typeface="Arial"/>
            </a:endParaRPr>
          </a:p>
        </p:txBody>
      </p:sp>
      <p:sp>
        <p:nvSpPr>
          <p:cNvPr id="3" name="PlaceHolder 2"/>
          <p:cNvSpPr>
            <a:spLocks noGrp="1"/>
          </p:cNvSpPr>
          <p:nvPr>
            <p:ph type="sldNum" idx="2"/>
          </p:nvPr>
        </p:nvSpPr>
        <p:spPr/>
        <p:txBody>
          <a:bodyPr/>
          <a:p>
            <a:fld id="{3FBDA770-609B-46AF-B838-4E80A146FECF}" type="slidenum">
              <a:t>11</a:t>
            </a:fld>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Mehanizam zakrpa kao alternativa plugin ekosistemima</a:t>
            </a:r>
            <a:endParaRPr b="0" lang="en-US" sz="2800" spc="-1" strike="noStrike">
              <a:latin typeface="Arial"/>
            </a:endParaRPr>
          </a:p>
        </p:txBody>
      </p:sp>
      <p:sp>
        <p:nvSpPr>
          <p:cNvPr id="221" name="PlaceHolder 2"/>
          <p:cNvSpPr>
            <a:spLocks noGrp="1"/>
          </p:cNvSpPr>
          <p:nvPr>
            <p:ph/>
          </p:nvPr>
        </p:nvSpPr>
        <p:spPr>
          <a:xfrm>
            <a:off x="504000" y="1143000"/>
            <a:ext cx="8635680" cy="3425400"/>
          </a:xfrm>
          <a:prstGeom prst="rect">
            <a:avLst/>
          </a:prstGeom>
          <a:noFill/>
          <a:ln w="0">
            <a:noFill/>
          </a:ln>
        </p:spPr>
        <p:txBody>
          <a:bodyPr lIns="0" rIns="0" tIns="0" bIns="0" anchor="t">
            <a:normAutofit/>
          </a:bodyPr>
          <a:p>
            <a:pPr algn="just">
              <a:lnSpc>
                <a:spcPct val="100000"/>
              </a:lnSpc>
              <a:spcBef>
                <a:spcPts val="1414"/>
              </a:spcBef>
              <a:buNone/>
            </a:pPr>
            <a:r>
              <a:rPr b="0" lang="en-US" sz="1600" spc="-1" strike="noStrike">
                <a:solidFill>
                  <a:srgbClr val="ffffff"/>
                </a:solidFill>
                <a:latin typeface="Times New Roman"/>
              </a:rPr>
              <a:t>Da bi podržali proširivanje funkcionalnosti, standardni editori implementiraju kompleksne API sisteme i dinamička okruženja koja omogućavaju učitavanje eksternih dodataka (engl. plugins). Ovo otvara vrata bezbednosnim propustima, nestabilnosti i drastičnom usporavanju rada editora.</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Kao alternativu dinamičkim dodacima (engl. plugins), suckless zajednica koristi mehanizam zakrpa (engl. patches) izvornog koda pomoću standardnih Unix alata diff i patch.</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Koncept rada je sledeći, kada programer želi da doda novu funkcionalnost (npr. podršku za isticanje sintakse u editoru), on ne piše izolovani plugin. Umesto toga, on modifikuje postojeći izvorni kod i generiše .diff ili .patch fajl koji tačno mapira koje linije koda treba dodati, obrisati ili izmeniti.</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Korisnik koji želi tu funkcionalnost, primenjuje zakrpu nad svojim izvornim kodom pomoću jednostavne komande</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patch &lt; funkcionalnost.diff</a:t>
            </a:r>
            <a:endParaRPr b="0" lang="en-US" sz="1600" spc="-1" strike="noStrike">
              <a:latin typeface="Arial"/>
            </a:endParaRPr>
          </a:p>
        </p:txBody>
      </p:sp>
      <p:sp>
        <p:nvSpPr>
          <p:cNvPr id="4" name="PlaceHolder 3"/>
          <p:cNvSpPr>
            <a:spLocks noGrp="1"/>
          </p:cNvSpPr>
          <p:nvPr>
            <p:ph type="sldNum" idx="2"/>
          </p:nvPr>
        </p:nvSpPr>
        <p:spPr/>
        <p:txBody>
          <a:bodyPr/>
          <a:p>
            <a:fld id="{8D7D50CB-74A4-4607-AC91-42B2FB19E0AF}" type="slidenum">
              <a:t>12</a:t>
            </a:fld>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Mehanizam zakrpa kao alternativa plugin ekosistemima</a:t>
            </a:r>
            <a:endParaRPr b="0" lang="en-US" sz="2800" spc="-1" strike="noStrike">
              <a:latin typeface="Arial"/>
            </a:endParaRPr>
          </a:p>
        </p:txBody>
      </p:sp>
      <p:sp>
        <p:nvSpPr>
          <p:cNvPr id="223" name="PlaceHolder 2"/>
          <p:cNvSpPr>
            <a:spLocks noGrp="1"/>
          </p:cNvSpPr>
          <p:nvPr>
            <p:ph/>
          </p:nvPr>
        </p:nvSpPr>
        <p:spPr>
          <a:xfrm>
            <a:off x="504000" y="1143000"/>
            <a:ext cx="8635680" cy="2739600"/>
          </a:xfrm>
          <a:prstGeom prst="rect">
            <a:avLst/>
          </a:prstGeom>
          <a:noFill/>
          <a:ln w="0">
            <a:noFill/>
          </a:ln>
        </p:spPr>
        <p:txBody>
          <a:bodyPr lIns="0" rIns="0" tIns="0" bIns="0" anchor="t">
            <a:normAutofit/>
          </a:bodyPr>
          <a:p>
            <a:pPr algn="just">
              <a:lnSpc>
                <a:spcPct val="100000"/>
              </a:lnSpc>
              <a:spcBef>
                <a:spcPts val="1414"/>
              </a:spcBef>
              <a:buNone/>
            </a:pPr>
            <a:r>
              <a:rPr b="0" lang="en-US" sz="1600" spc="-1" strike="noStrike">
                <a:solidFill>
                  <a:srgbClr val="ffffff"/>
                </a:solidFill>
                <a:latin typeface="Times New Roman"/>
              </a:rPr>
              <a:t>Nakon uspešnog korišćenja mehanizma zakrpa (engl. patches), softver se ponovo kompajlira.</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Prednosti ovog pristupa u razvoju editora rwx su višestruke:</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Nulta latencija - Nova funkcionalnost postaje integralni deo binarnog fajla nakon kompajliranja, nema dinamičkog učitavanja, niti interpretiranja u realnom vremenu.</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Potpuna kontrola - Korisnik u svakom trenutku ima uvid u to šta se tačno menja u izvornom kodu, čime se eliminiše rizik od skrivenih grešaka ili zlonamernog koda.</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Modularnost bez neželjenih efekata - Editor ostaje savršeno prilagođen potrebama pojedinca i sadrži isključivo one linije koda koje su korisniku zaista potrebne.</a:t>
            </a:r>
            <a:endParaRPr b="0" lang="en-US" sz="1600" spc="-1" strike="noStrike">
              <a:latin typeface="Arial"/>
            </a:endParaRPr>
          </a:p>
        </p:txBody>
      </p:sp>
      <p:sp>
        <p:nvSpPr>
          <p:cNvPr id="4" name="PlaceHolder 3"/>
          <p:cNvSpPr>
            <a:spLocks noGrp="1"/>
          </p:cNvSpPr>
          <p:nvPr>
            <p:ph type="sldNum" idx="2"/>
          </p:nvPr>
        </p:nvSpPr>
        <p:spPr/>
        <p:txBody>
          <a:bodyPr/>
          <a:p>
            <a:fld id="{CEC06DDE-FE2D-496B-8D1B-53C94316D226}" type="slidenum">
              <a:t>13</a:t>
            </a:fld>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Merenje performansi</a:t>
            </a:r>
            <a:endParaRPr b="0" lang="en-US" sz="2800" spc="-1" strike="noStrike">
              <a:latin typeface="Arial"/>
            </a:endParaRPr>
          </a:p>
        </p:txBody>
      </p:sp>
      <p:sp>
        <p:nvSpPr>
          <p:cNvPr id="225" name="PlaceHolder 2"/>
          <p:cNvSpPr>
            <a:spLocks noGrp="1"/>
          </p:cNvSpPr>
          <p:nvPr>
            <p:ph/>
          </p:nvPr>
        </p:nvSpPr>
        <p:spPr>
          <a:xfrm>
            <a:off x="504000" y="1143000"/>
            <a:ext cx="8635680" cy="3882600"/>
          </a:xfrm>
          <a:prstGeom prst="rect">
            <a:avLst/>
          </a:prstGeom>
          <a:noFill/>
          <a:ln w="0">
            <a:noFill/>
          </a:ln>
        </p:spPr>
        <p:txBody>
          <a:bodyPr lIns="0" rIns="0" tIns="0" bIns="0" anchor="t">
            <a:normAutofit/>
          </a:bodyPr>
          <a:p>
            <a:pPr algn="just">
              <a:lnSpc>
                <a:spcPct val="100000"/>
              </a:lnSpc>
              <a:spcBef>
                <a:spcPts val="1414"/>
              </a:spcBef>
              <a:buNone/>
            </a:pPr>
            <a:r>
              <a:rPr b="0" lang="en-US" sz="1600" spc="-1" strike="noStrike">
                <a:solidFill>
                  <a:srgbClr val="ffffff"/>
                </a:solidFill>
                <a:latin typeface="Times New Roman"/>
              </a:rPr>
              <a:t>Merenja su izvršena na x86_64 Linux Mint mašini sa procesorom Ryzen 9 5950x i sa 64 GB RAM memorije. Windows 11 testiranje je obavljeno u virtualnoj mašini na istom računaru gde je virtuelnoj mašini dato 8 jezgara i 8 niti procesorskih resursa i 8 GB RAM memorije. Kompajliranje je obavljeno sa gcc kompajlerom i sa zastavom -O2 na oba operativna sistema.</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Na Linux Mint sistemu veličina binarnog fajla je 113kB dok je na Windows 11 sistemu 165 kB. Za ovo merenje performansi merena je samo potrošnja RAM memorije jer merenje korišćenosti procesorskih resursa nije baš precizno niti lako za uočiti sa ovako malim programima. Program sa kojim sam merio potrošnju RAM memorije na Linux Mint sistemu je System Monitor (program je sličan Windows Task Manager programu) dok na Windows 11 operativnom sistemu koristio sam Windows Task Manager da izmerim potrošnju RAM memorije.</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Editor sa kojim sam uporedio rwx editor je neovim, jer je on jedini editor koji većina korisnika koristi za svakodnevni rad i da pri tome radi na većini platformi.</a:t>
            </a:r>
            <a:endParaRPr b="0" lang="en-US" sz="1600" spc="-1" strike="noStrike">
              <a:latin typeface="Arial"/>
            </a:endParaRPr>
          </a:p>
        </p:txBody>
      </p:sp>
      <p:sp>
        <p:nvSpPr>
          <p:cNvPr id="4" name="PlaceHolder 3"/>
          <p:cNvSpPr>
            <a:spLocks noGrp="1"/>
          </p:cNvSpPr>
          <p:nvPr>
            <p:ph type="sldNum" idx="5"/>
          </p:nvPr>
        </p:nvSpPr>
        <p:spPr/>
        <p:txBody>
          <a:bodyPr/>
          <a:p>
            <a:fld id="{D2117EEA-E196-48CE-BFEB-1A3F42477806}" type="slidenum">
              <a:t>14</a:t>
            </a:fld>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Merenje performansi</a:t>
            </a:r>
            <a:endParaRPr b="0" lang="en-US" sz="2800" spc="-1" strike="noStrike">
              <a:latin typeface="Arial"/>
            </a:endParaRPr>
          </a:p>
        </p:txBody>
      </p:sp>
      <p:graphicFrame>
        <p:nvGraphicFramePr>
          <p:cNvPr id="227" name="Table 226"/>
          <p:cNvGraphicFramePr/>
          <p:nvPr/>
        </p:nvGraphicFramePr>
        <p:xfrm>
          <a:off x="915480" y="2296800"/>
          <a:ext cx="8212320" cy="2214720"/>
        </p:xfrm>
        <a:graphic>
          <a:graphicData uri="http://schemas.openxmlformats.org/drawingml/2006/table">
            <a:tbl>
              <a:tblPr/>
              <a:tblGrid>
                <a:gridCol w="5370840"/>
                <a:gridCol w="1402560"/>
                <a:gridCol w="1439280"/>
              </a:tblGrid>
              <a:tr h="349920">
                <a:tc>
                  <a:txBody>
                    <a:bodyPr lIns="90000" rIns="90000" anchor="t">
                      <a:noAutofit/>
                    </a:bodyPr>
                    <a:p>
                      <a:pPr algn="ctr">
                        <a:lnSpc>
                          <a:spcPct val="100000"/>
                        </a:lnSpc>
                        <a:buNone/>
                      </a:pPr>
                      <a:r>
                        <a:rPr b="1" lang="en-US" sz="1800" spc="-1" strike="noStrike" u="sng">
                          <a:solidFill>
                            <a:srgbClr val="000000"/>
                          </a:solidFill>
                          <a:uFillTx/>
                          <a:latin typeface="Times New Roman"/>
                        </a:rPr>
                        <a:t>Test</a:t>
                      </a:r>
                      <a:endParaRPr b="0" lang="en-US" sz="18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lIns="90000" rIns="90000" anchor="t">
                      <a:noAutofit/>
                    </a:bodyPr>
                    <a:p>
                      <a:pPr algn="ctr">
                        <a:lnSpc>
                          <a:spcPct val="100000"/>
                        </a:lnSpc>
                        <a:buNone/>
                      </a:pPr>
                      <a:r>
                        <a:rPr b="1" lang="en-US" sz="1800" spc="-1" strike="noStrike" u="sng">
                          <a:solidFill>
                            <a:srgbClr val="000000"/>
                          </a:solidFill>
                          <a:uFillTx/>
                          <a:latin typeface="Times New Roman"/>
                        </a:rPr>
                        <a:t>RWX</a:t>
                      </a:r>
                      <a:endParaRPr b="0" lang="en-US" sz="18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c>
                  <a:txBody>
                    <a:bodyPr lIns="90000" rIns="90000" anchor="t">
                      <a:noAutofit/>
                    </a:bodyPr>
                    <a:p>
                      <a:pPr algn="ctr">
                        <a:lnSpc>
                          <a:spcPct val="100000"/>
                        </a:lnSpc>
                        <a:buNone/>
                      </a:pPr>
                      <a:r>
                        <a:rPr b="1" lang="en-US" sz="1800" spc="-1" strike="noStrike" u="sng">
                          <a:solidFill>
                            <a:srgbClr val="000000"/>
                          </a:solidFill>
                          <a:uFillTx/>
                          <a:latin typeface="Times New Roman"/>
                        </a:rPr>
                        <a:t>NEOVIM</a:t>
                      </a:r>
                      <a:endParaRPr b="0" lang="en-US" sz="18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b3b3b3"/>
                    </a:solidFill>
                  </a:tcPr>
                </a:tc>
              </a:tr>
              <a:tr h="466560">
                <a:tc>
                  <a:txBody>
                    <a:bodyPr lIns="90000" rIns="90000" anchor="t">
                      <a:noAutofit/>
                    </a:bodyPr>
                    <a:p>
                      <a:pPr algn="ctr">
                        <a:lnSpc>
                          <a:spcPct val="100000"/>
                        </a:lnSpc>
                        <a:buNone/>
                      </a:pPr>
                      <a:r>
                        <a:rPr b="0" lang="en-US" sz="1600" spc="-1" strike="noStrike">
                          <a:solidFill>
                            <a:srgbClr val="000000"/>
                          </a:solidFill>
                          <a:latin typeface="Times New Roman"/>
                        </a:rPr>
                        <a:t>Otvaranje samog editora (Linux)</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98,3kB</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6,5MB</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466560">
                <a:tc>
                  <a:txBody>
                    <a:bodyPr lIns="90000" rIns="90000" anchor="t">
                      <a:noAutofit/>
                    </a:bodyPr>
                    <a:p>
                      <a:pPr algn="ctr">
                        <a:lnSpc>
                          <a:spcPct val="100000"/>
                        </a:lnSpc>
                        <a:buNone/>
                      </a:pPr>
                      <a:r>
                        <a:rPr b="0" lang="en-US" sz="1600" spc="-1" strike="noStrike">
                          <a:solidFill>
                            <a:srgbClr val="000000"/>
                          </a:solidFill>
                          <a:latin typeface="Times New Roman"/>
                        </a:rPr>
                        <a:t>Otvaranje samog editora (Windows)</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0,5MB</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7,7MB</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r h="466560">
                <a:tc>
                  <a:txBody>
                    <a:bodyPr lIns="90000" rIns="90000" anchor="t">
                      <a:noAutofit/>
                    </a:bodyPr>
                    <a:p>
                      <a:pPr algn="ctr">
                        <a:lnSpc>
                          <a:spcPct val="100000"/>
                        </a:lnSpc>
                        <a:buNone/>
                      </a:pPr>
                      <a:r>
                        <a:rPr b="0" lang="en-US" sz="1600" spc="-1" strike="noStrike">
                          <a:solidFill>
                            <a:srgbClr val="000000"/>
                          </a:solidFill>
                          <a:latin typeface="Times New Roman"/>
                        </a:rPr>
                        <a:t>Otvaranje cpp_syntax_patch.c fajla (Linux)</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192,5kB</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c>
                  <a:txBody>
                    <a:bodyPr lIns="90000" rIns="90000" anchor="t">
                      <a:noAutofit/>
                    </a:bodyPr>
                    <a:p>
                      <a:pPr algn="ctr">
                        <a:lnSpc>
                          <a:spcPct val="100000"/>
                        </a:lnSpc>
                        <a:buNone/>
                      </a:pPr>
                      <a:r>
                        <a:rPr b="0" lang="en-US" sz="1600" spc="-1" strike="noStrike">
                          <a:solidFill>
                            <a:srgbClr val="000000"/>
                          </a:solidFill>
                          <a:latin typeface="Times New Roman"/>
                        </a:rPr>
                        <a:t>6,8MB</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cccccc"/>
                    </a:solidFill>
                  </a:tcPr>
                </a:tc>
              </a:tr>
              <a:tr h="465480">
                <a:tc>
                  <a:txBody>
                    <a:bodyPr lIns="90000" rIns="90000" anchor="t">
                      <a:noAutofit/>
                    </a:bodyPr>
                    <a:p>
                      <a:pPr algn="ctr">
                        <a:lnSpc>
                          <a:spcPct val="100000"/>
                        </a:lnSpc>
                        <a:buNone/>
                      </a:pPr>
                      <a:r>
                        <a:rPr b="0" lang="en-US" sz="1600" spc="-1" strike="noStrike">
                          <a:solidFill>
                            <a:srgbClr val="000000"/>
                          </a:solidFill>
                          <a:latin typeface="Times New Roman"/>
                        </a:rPr>
                        <a:t>Otvaranje cpp_syntax_patch.c fajla (Windows)</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0,6MB</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c>
                  <a:txBody>
                    <a:bodyPr lIns="90000" rIns="90000" anchor="t">
                      <a:noAutofit/>
                    </a:bodyPr>
                    <a:p>
                      <a:pPr algn="ctr">
                        <a:lnSpc>
                          <a:spcPct val="100000"/>
                        </a:lnSpc>
                        <a:buNone/>
                      </a:pPr>
                      <a:r>
                        <a:rPr b="0" lang="en-US" sz="1600" spc="-1" strike="noStrike">
                          <a:solidFill>
                            <a:srgbClr val="000000"/>
                          </a:solidFill>
                          <a:latin typeface="Times New Roman"/>
                        </a:rPr>
                        <a:t>8,8MB</a:t>
                      </a:r>
                      <a:endParaRPr b="0" lang="en-US" sz="1600" spc="-1" strike="noStrike">
                        <a:latin typeface="Arial"/>
                      </a:endParaRPr>
                    </a:p>
                  </a:txBody>
                  <a:tcPr anchor="t" marL="90000" marR="90000">
                    <a:lnL w="720">
                      <a:solidFill>
                        <a:srgbClr val="ffffff"/>
                      </a:solidFill>
                    </a:lnL>
                    <a:lnR w="720">
                      <a:solidFill>
                        <a:srgbClr val="ffffff"/>
                      </a:solidFill>
                    </a:lnR>
                    <a:lnT w="720">
                      <a:solidFill>
                        <a:srgbClr val="ffffff"/>
                      </a:solidFill>
                    </a:lnT>
                    <a:lnB w="720">
                      <a:solidFill>
                        <a:srgbClr val="ffffff"/>
                      </a:solidFill>
                    </a:lnB>
                    <a:solidFill>
                      <a:srgbClr val="e6e6e6"/>
                    </a:solidFill>
                  </a:tcPr>
                </a:tc>
              </a:tr>
            </a:tbl>
          </a:graphicData>
        </a:graphic>
      </p:graphicFrame>
      <p:sp>
        <p:nvSpPr>
          <p:cNvPr id="228" name="PlaceHolder 2"/>
          <p:cNvSpPr>
            <a:spLocks noGrp="1"/>
          </p:cNvSpPr>
          <p:nvPr>
            <p:ph/>
          </p:nvPr>
        </p:nvSpPr>
        <p:spPr>
          <a:xfrm>
            <a:off x="504000" y="1143000"/>
            <a:ext cx="8635680" cy="910080"/>
          </a:xfrm>
          <a:prstGeom prst="rect">
            <a:avLst/>
          </a:prstGeom>
          <a:noFill/>
          <a:ln w="0">
            <a:noFill/>
          </a:ln>
        </p:spPr>
        <p:txBody>
          <a:bodyPr lIns="0" rIns="0" tIns="0" bIns="0" anchor="t">
            <a:normAutofit/>
          </a:bodyPr>
          <a:p>
            <a:pPr marL="431640" indent="-324000" algn="just">
              <a:lnSpc>
                <a:spcPct val="100000"/>
              </a:lnSpc>
              <a:spcBef>
                <a:spcPts val="1414"/>
              </a:spcBef>
              <a:buClr>
                <a:srgbClr val="ffffff"/>
              </a:buClr>
              <a:buSzPct val="45000"/>
              <a:buFont typeface="Wingdings" charset="2"/>
              <a:buChar char=""/>
            </a:pPr>
            <a:r>
              <a:rPr b="0" lang="en-US" sz="1600" spc="-1" strike="noStrike">
                <a:solidFill>
                  <a:srgbClr val="ffffff"/>
                </a:solidFill>
                <a:latin typeface="Times New Roman"/>
              </a:rPr>
              <a:t>Testiralo se prvo korišćenje RAM memorije prilikom otvaranja samog editora bez otvaranja fajla, pa kao drugi test se uzelo korišćenje RAM memorije prilikom otvaranja cpp_syntax_patch.c fajla, dužine 143 linije C koda. Rezultate merenja možemo da vidimo u sledećoj tabeli.</a:t>
            </a:r>
            <a:endParaRPr b="0" lang="en-US" sz="1600" spc="-1" strike="noStrike">
              <a:latin typeface="Arial"/>
            </a:endParaRPr>
          </a:p>
        </p:txBody>
      </p:sp>
      <p:sp>
        <p:nvSpPr>
          <p:cNvPr id="4" name="PlaceHolder 3"/>
          <p:cNvSpPr>
            <a:spLocks noGrp="1"/>
          </p:cNvSpPr>
          <p:nvPr>
            <p:ph type="sldNum" idx="2"/>
          </p:nvPr>
        </p:nvSpPr>
        <p:spPr/>
        <p:txBody>
          <a:bodyPr/>
          <a:p>
            <a:fld id="{C42D23EE-067F-49DE-BC1B-73FB6CE6343B}" type="slidenum">
              <a:t>15</a:t>
            </a:fld>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Merenje performansi</a:t>
            </a:r>
            <a:endParaRPr b="0" lang="en-US" sz="2800" spc="-1" strike="noStrike">
              <a:latin typeface="Arial"/>
            </a:endParaRPr>
          </a:p>
        </p:txBody>
      </p:sp>
      <p:sp>
        <p:nvSpPr>
          <p:cNvPr id="230" name="PlaceHolder 2"/>
          <p:cNvSpPr>
            <a:spLocks noGrp="1"/>
          </p:cNvSpPr>
          <p:nvPr>
            <p:ph/>
          </p:nvPr>
        </p:nvSpPr>
        <p:spPr>
          <a:xfrm>
            <a:off x="504000" y="1143000"/>
            <a:ext cx="8635680" cy="1142280"/>
          </a:xfrm>
          <a:prstGeom prst="rect">
            <a:avLst/>
          </a:prstGeom>
          <a:noFill/>
          <a:ln w="0">
            <a:noFill/>
          </a:ln>
        </p:spPr>
        <p:txBody>
          <a:bodyPr lIns="0" rIns="0" tIns="0" bIns="0" anchor="t">
            <a:normAutofit/>
          </a:bodyPr>
          <a:p>
            <a:pPr algn="just">
              <a:lnSpc>
                <a:spcPct val="100000"/>
              </a:lnSpc>
              <a:spcBef>
                <a:spcPts val="1414"/>
              </a:spcBef>
              <a:buNone/>
            </a:pPr>
            <a:r>
              <a:rPr b="0" lang="en-US" sz="1600" spc="-1" strike="noStrike">
                <a:solidFill>
                  <a:srgbClr val="ffffff"/>
                </a:solidFill>
                <a:latin typeface="Times New Roman"/>
              </a:rPr>
              <a:t>Terminalni programi uglavnom bolje rade na Linux i drugim POSIX operativnim sistemima u poređenju sa Windows operativnim sistemom. Kao što vidimo, što se tiče korišćenja RAM memorije rwx je u kB dok je neovim u MB. Time možemo da zaključimo da je rwx editor znatno bolji što se tiče korišćenja memorije.</a:t>
            </a:r>
            <a:endParaRPr b="0" lang="en-US" sz="1600" spc="-1" strike="noStrike">
              <a:latin typeface="Arial"/>
            </a:endParaRPr>
          </a:p>
        </p:txBody>
      </p:sp>
      <p:sp>
        <p:nvSpPr>
          <p:cNvPr id="4" name="PlaceHolder 3"/>
          <p:cNvSpPr>
            <a:spLocks noGrp="1"/>
          </p:cNvSpPr>
          <p:nvPr>
            <p:ph type="sldNum" idx="5"/>
          </p:nvPr>
        </p:nvSpPr>
        <p:spPr/>
        <p:txBody>
          <a:bodyPr/>
          <a:p>
            <a:fld id="{1DE5BEA3-8115-451F-80D3-F9927AA34297}" type="slidenum">
              <a:t>16</a:t>
            </a:fld>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Mane ovog načina projektovanja softvera</a:t>
            </a:r>
            <a:endParaRPr b="0" lang="en-US" sz="2800" spc="-1" strike="noStrike">
              <a:latin typeface="Arial"/>
            </a:endParaRPr>
          </a:p>
        </p:txBody>
      </p:sp>
      <p:sp>
        <p:nvSpPr>
          <p:cNvPr id="232" name="PlaceHolder 2"/>
          <p:cNvSpPr>
            <a:spLocks noGrp="1"/>
          </p:cNvSpPr>
          <p:nvPr>
            <p:ph/>
          </p:nvPr>
        </p:nvSpPr>
        <p:spPr>
          <a:xfrm>
            <a:off x="507600" y="1143000"/>
            <a:ext cx="8635680" cy="2971080"/>
          </a:xfrm>
          <a:prstGeom prst="rect">
            <a:avLst/>
          </a:prstGeom>
          <a:noFill/>
          <a:ln w="0">
            <a:noFill/>
          </a:ln>
        </p:spPr>
        <p:txBody>
          <a:bodyPr lIns="0" rIns="0" tIns="0" bIns="0" anchor="t">
            <a:normAutofit/>
          </a:bodyPr>
          <a:p>
            <a:pPr algn="just">
              <a:lnSpc>
                <a:spcPct val="100000"/>
              </a:lnSpc>
              <a:spcBef>
                <a:spcPts val="1414"/>
              </a:spcBef>
              <a:buNone/>
            </a:pPr>
            <a:r>
              <a:rPr b="0" lang="en-US" sz="1600" spc="-1" strike="noStrike">
                <a:solidFill>
                  <a:srgbClr val="ffffff"/>
                </a:solidFill>
                <a:latin typeface="Times New Roman"/>
              </a:rPr>
              <a:t>Mada ovaj način projektovanja softvera takođe ima i svoje nedostatke.</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Nedostaci ovog načina projektovanje softvera su:</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Obaveza rekompajliranja,</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Konflikti pri primeni više zakrpa na isti kod,</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Održavanje zakrpa pri promeni koda editora,</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Nedostatak izolacije (greška u zakrpi ruši ceo editor),</a:t>
            </a:r>
            <a:endParaRPr b="0" lang="en-US" sz="1600" spc="-1" strike="noStrike">
              <a:latin typeface="Arial"/>
            </a:endParaRPr>
          </a:p>
          <a:p>
            <a:pPr algn="just">
              <a:lnSpc>
                <a:spcPct val="100000"/>
              </a:lnSpc>
              <a:spcBef>
                <a:spcPts val="1414"/>
              </a:spcBef>
              <a:buNone/>
            </a:pPr>
            <a:r>
              <a:rPr b="0" lang="en-US" sz="1600" spc="-1" strike="noStrike">
                <a:solidFill>
                  <a:srgbClr val="ffffff"/>
                </a:solidFill>
                <a:latin typeface="Times New Roman"/>
              </a:rPr>
              <a:t>Viši prag znanja za korisnika.</a:t>
            </a:r>
            <a:endParaRPr b="0" lang="en-US" sz="1600" spc="-1" strike="noStrike">
              <a:latin typeface="Arial"/>
            </a:endParaRPr>
          </a:p>
        </p:txBody>
      </p:sp>
      <p:sp>
        <p:nvSpPr>
          <p:cNvPr id="4" name="PlaceHolder 3"/>
          <p:cNvSpPr>
            <a:spLocks noGrp="1"/>
          </p:cNvSpPr>
          <p:nvPr>
            <p:ph type="sldNum" idx="2"/>
          </p:nvPr>
        </p:nvSpPr>
        <p:spPr/>
        <p:txBody>
          <a:bodyPr/>
          <a:p>
            <a:fld id="{524E0E0A-DDED-4D8E-8E01-DFEA9D9414FB}" type="slidenum">
              <a:t>17</a:t>
            </a:fld>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144000" y="72000"/>
            <a:ext cx="9535680" cy="643680"/>
          </a:xfrm>
          <a:prstGeom prst="rect">
            <a:avLst/>
          </a:prstGeom>
          <a:noFill/>
          <a:ln w="0">
            <a:noFill/>
          </a:ln>
        </p:spPr>
        <p:txBody>
          <a:bodyPr lIns="0" rIns="0" tIns="0" bIns="0" anchor="ctr">
            <a:noAutofit/>
          </a:bodyPr>
          <a:p>
            <a:pPr>
              <a:lnSpc>
                <a:spcPct val="100000"/>
              </a:lnSpc>
              <a:buNone/>
            </a:pPr>
            <a:r>
              <a:rPr b="0" lang="en-US" sz="2800" spc="-1" strike="noStrike">
                <a:solidFill>
                  <a:srgbClr val="ffffff"/>
                </a:solidFill>
                <a:latin typeface="Times New Roman"/>
              </a:rPr>
              <a:t>Live Demo</a:t>
            </a:r>
            <a:endParaRPr b="0" lang="en-US" sz="2800" spc="-1" strike="noStrike">
              <a:latin typeface="Arial"/>
            </a:endParaRPr>
          </a:p>
        </p:txBody>
      </p:sp>
      <p:sp>
        <p:nvSpPr>
          <p:cNvPr id="234" name="PlaceHolder 2"/>
          <p:cNvSpPr>
            <a:spLocks noGrp="1"/>
          </p:cNvSpPr>
          <p:nvPr>
            <p:ph/>
          </p:nvPr>
        </p:nvSpPr>
        <p:spPr>
          <a:xfrm>
            <a:off x="504000" y="1143000"/>
            <a:ext cx="8635680" cy="224280"/>
          </a:xfrm>
          <a:prstGeom prst="rect">
            <a:avLst/>
          </a:prstGeom>
          <a:noFill/>
          <a:ln w="0">
            <a:noFill/>
          </a:ln>
        </p:spPr>
        <p:txBody>
          <a:bodyPr lIns="0" rIns="0" tIns="0" bIns="0" anchor="t">
            <a:normAutofit fontScale="92000"/>
          </a:bodyPr>
          <a:p>
            <a:pPr algn="just">
              <a:lnSpc>
                <a:spcPct val="100000"/>
              </a:lnSpc>
              <a:spcBef>
                <a:spcPts val="1414"/>
              </a:spcBef>
              <a:buNone/>
            </a:pPr>
            <a:r>
              <a:rPr b="0" lang="en-US" sz="1600" spc="-1" strike="noStrike">
                <a:solidFill>
                  <a:srgbClr val="ffffff"/>
                </a:solidFill>
                <a:latin typeface="Times New Roman"/>
              </a:rPr>
              <a:t>Instrukcije  i kod možete naći na slidećem linku: github.com/ZeljkoRasovic/rwx</a:t>
            </a:r>
            <a:endParaRPr b="0" lang="en-US" sz="1600" spc="-1" strike="noStrike">
              <a:latin typeface="Arial"/>
            </a:endParaRPr>
          </a:p>
        </p:txBody>
      </p:sp>
      <p:pic>
        <p:nvPicPr>
          <p:cNvPr id="235" name="Picture 234" descr=""/>
          <p:cNvPicPr/>
          <p:nvPr/>
        </p:nvPicPr>
        <p:blipFill>
          <a:blip r:embed="rId1"/>
          <a:stretch/>
        </p:blipFill>
        <p:spPr>
          <a:xfrm>
            <a:off x="457200" y="3657600"/>
            <a:ext cx="2738880" cy="1367280"/>
          </a:xfrm>
          <a:prstGeom prst="rect">
            <a:avLst/>
          </a:prstGeom>
          <a:ln w="10800">
            <a:noFill/>
          </a:ln>
        </p:spPr>
      </p:pic>
      <p:pic>
        <p:nvPicPr>
          <p:cNvPr id="236" name="Picture 235" descr=""/>
          <p:cNvPicPr/>
          <p:nvPr/>
        </p:nvPicPr>
        <p:blipFill>
          <a:blip r:embed="rId2"/>
          <a:stretch/>
        </p:blipFill>
        <p:spPr>
          <a:xfrm>
            <a:off x="3440880" y="3657600"/>
            <a:ext cx="2727000" cy="1367280"/>
          </a:xfrm>
          <a:prstGeom prst="rect">
            <a:avLst/>
          </a:prstGeom>
          <a:ln w="10800">
            <a:noFill/>
          </a:ln>
        </p:spPr>
      </p:pic>
      <p:pic>
        <p:nvPicPr>
          <p:cNvPr id="237" name="Picture 236" descr=""/>
          <p:cNvPicPr/>
          <p:nvPr/>
        </p:nvPicPr>
        <p:blipFill>
          <a:blip r:embed="rId3"/>
          <a:stretch/>
        </p:blipFill>
        <p:spPr>
          <a:xfrm>
            <a:off x="6400800" y="3657600"/>
            <a:ext cx="2709360" cy="1367280"/>
          </a:xfrm>
          <a:prstGeom prst="rect">
            <a:avLst/>
          </a:prstGeom>
          <a:ln w="10800">
            <a:noFill/>
          </a:ln>
        </p:spPr>
      </p:pic>
      <p:sp>
        <p:nvSpPr>
          <p:cNvPr id="238" name="Rectangle 237"/>
          <p:cNvSpPr/>
          <p:nvPr/>
        </p:nvSpPr>
        <p:spPr>
          <a:xfrm>
            <a:off x="0" y="1509120"/>
            <a:ext cx="10054440" cy="1916280"/>
          </a:xfrm>
          <a:prstGeom prst="rect">
            <a:avLst/>
          </a:prstGeom>
          <a:noFill/>
          <a:ln w="0">
            <a:noFill/>
          </a:ln>
        </p:spPr>
        <p:style>
          <a:lnRef idx="0"/>
          <a:fillRef idx="0"/>
          <a:effectRef idx="0"/>
          <a:fontRef idx="minor"/>
        </p:style>
        <p:txBody>
          <a:bodyPr lIns="90000" rIns="90000" tIns="45000" bIns="45000" anchor="t">
            <a:noAutofit/>
          </a:bodyPr>
          <a:p>
            <a:pPr>
              <a:lnSpc>
                <a:spcPct val="100000"/>
              </a:lnSpc>
              <a:buNone/>
            </a:pPr>
            <a:r>
              <a:rPr b="0" lang="en-US" sz="1000" spc="-1" strike="noStrike">
                <a:solidFill>
                  <a:srgbClr val="ffffff"/>
                </a:solidFill>
                <a:latin typeface="Courier New"/>
                <a:ea typeface="DejaVu Sans"/>
              </a:rPr>
              <a:t>                   </a:t>
            </a:r>
            <a:r>
              <a:rPr b="0" lang="sr-Latn-RS" sz="1000" spc="-1" strike="noStrike">
                <a:solidFill>
                  <a:srgbClr val="ffffff"/>
                </a:solidFill>
                <a:latin typeface="Courier New"/>
                <a:ea typeface="DejaVu Sans"/>
              </a:rPr>
              <a:t>   </a:t>
            </a:r>
            <a:r>
              <a:rPr b="0" lang="en-US" sz="1000" spc="-1" strike="noStrike">
                <a:solidFill>
                  <a:srgbClr val="ffffff"/>
                </a:solidFill>
                <a:latin typeface="Courier New"/>
                <a:ea typeface="DejaVu Sans"/>
              </a:rPr>
              <a:t>rrrrr   rrrrrrrrr  wwwwwww           wwwww           wwwwwww  xxxxxxx      xxxxxxx</a:t>
            </a:r>
            <a:endParaRPr b="0" lang="en-US" sz="1000" spc="-1" strike="noStrike">
              <a:latin typeface="Arial"/>
            </a:endParaRPr>
          </a:p>
          <a:p>
            <a:pPr>
              <a:lnSpc>
                <a:spcPct val="100000"/>
              </a:lnSpc>
              <a:buNone/>
            </a:pPr>
            <a:r>
              <a:rPr b="0" lang="en-US" sz="1000" spc="-1" strike="noStrike">
                <a:solidFill>
                  <a:srgbClr val="ffffff"/>
                </a:solidFill>
                <a:latin typeface="Courier New"/>
                <a:ea typeface="DejaVu Sans"/>
              </a:rPr>
              <a:t>                   </a:t>
            </a:r>
            <a:r>
              <a:rPr b="0" lang="sr-Latn-RS" sz="1000" spc="-1" strike="noStrike">
                <a:solidFill>
                  <a:srgbClr val="ffffff"/>
                </a:solidFill>
                <a:latin typeface="Courier New"/>
                <a:ea typeface="DejaVu Sans"/>
              </a:rPr>
              <a:t>   </a:t>
            </a:r>
            <a:r>
              <a:rPr b="0" lang="en-US" sz="1000" spc="-1" strike="noStrike">
                <a:solidFill>
                  <a:srgbClr val="ffffff"/>
                </a:solidFill>
                <a:latin typeface="Courier New"/>
                <a:ea typeface="DejaVu Sans"/>
              </a:rPr>
              <a:t>r::::rrr:::::::::r  w:::::w         w:::::w         w:::::w    x:::::x    x:::::x</a:t>
            </a:r>
            <a:endParaRPr b="0" lang="en-US" sz="1000" spc="-1" strike="noStrike">
              <a:latin typeface="Arial"/>
            </a:endParaRPr>
          </a:p>
          <a:p>
            <a:pPr>
              <a:lnSpc>
                <a:spcPct val="100000"/>
              </a:lnSpc>
              <a:buNone/>
            </a:pPr>
            <a:r>
              <a:rPr b="0" lang="en-US" sz="1000" spc="-1" strike="noStrike">
                <a:solidFill>
                  <a:srgbClr val="ffffff"/>
                </a:solidFill>
                <a:latin typeface="Courier New"/>
                <a:ea typeface="DejaVu Sans"/>
              </a:rPr>
              <a:t>                   </a:t>
            </a:r>
            <a:r>
              <a:rPr b="0" lang="sr-Latn-RS" sz="1000" spc="-1" strike="noStrike">
                <a:solidFill>
                  <a:srgbClr val="ffffff"/>
                </a:solidFill>
                <a:latin typeface="Courier New"/>
                <a:ea typeface="DejaVu Sans"/>
              </a:rPr>
              <a:t>   </a:t>
            </a:r>
            <a:r>
              <a:rPr b="0" lang="en-US" sz="1000" spc="-1" strike="noStrike">
                <a:solidFill>
                  <a:srgbClr val="ffffff"/>
                </a:solidFill>
                <a:latin typeface="Courier New"/>
                <a:ea typeface="DejaVu Sans"/>
              </a:rPr>
              <a:t>r:::::::::::::::::r  w:::::w       w:::::::w       w:::::w      x:::::x  x:::::x</a:t>
            </a:r>
            <a:endParaRPr b="0" lang="en-US" sz="1000" spc="-1" strike="noStrike">
              <a:latin typeface="Arial"/>
            </a:endParaRPr>
          </a:p>
          <a:p>
            <a:pPr>
              <a:lnSpc>
                <a:spcPct val="100000"/>
              </a:lnSpc>
              <a:buNone/>
            </a:pPr>
            <a:r>
              <a:rPr b="0" lang="en-US" sz="1000" spc="-1" strike="noStrike">
                <a:solidFill>
                  <a:srgbClr val="ffffff"/>
                </a:solidFill>
                <a:latin typeface="Courier New"/>
                <a:ea typeface="DejaVu Sans"/>
              </a:rPr>
              <a:t>                   </a:t>
            </a:r>
            <a:r>
              <a:rPr b="0" lang="sr-Latn-RS" sz="1000" spc="-1" strike="noStrike">
                <a:solidFill>
                  <a:srgbClr val="ffffff"/>
                </a:solidFill>
                <a:latin typeface="Courier New"/>
                <a:ea typeface="DejaVu Sans"/>
              </a:rPr>
              <a:t>   </a:t>
            </a:r>
            <a:r>
              <a:rPr b="0" lang="en-US" sz="1000" spc="-1" strike="noStrike">
                <a:solidFill>
                  <a:srgbClr val="ffffff"/>
                </a:solidFill>
                <a:latin typeface="Courier New"/>
                <a:ea typeface="DejaVu Sans"/>
              </a:rPr>
              <a:t>rr::::::rrrrr::::::r  w:::::w     w:::::::::w     w:::::w        x:::::xx:::::x</a:t>
            </a:r>
            <a:endParaRPr b="0" lang="en-US" sz="1000" spc="-1" strike="noStrike">
              <a:latin typeface="Arial"/>
            </a:endParaRPr>
          </a:p>
          <a:p>
            <a:pPr>
              <a:lnSpc>
                <a:spcPct val="100000"/>
              </a:lnSpc>
              <a:buNone/>
            </a:pPr>
            <a:r>
              <a:rPr b="0" lang="en-US" sz="1000" spc="-1" strike="noStrike">
                <a:solidFill>
                  <a:srgbClr val="ffffff"/>
                </a:solidFill>
                <a:latin typeface="Courier New"/>
                <a:ea typeface="DejaVu Sans"/>
              </a:rPr>
              <a:t>                  </a:t>
            </a:r>
            <a:r>
              <a:rPr b="0" lang="sr-Latn-RS" sz="1000" spc="-1" strike="noStrike">
                <a:solidFill>
                  <a:srgbClr val="ffffff"/>
                </a:solidFill>
                <a:latin typeface="Courier New"/>
                <a:ea typeface="DejaVu Sans"/>
              </a:rPr>
              <a:t>    </a:t>
            </a:r>
            <a:r>
              <a:rPr b="0" lang="en-US" sz="1000" spc="-1" strike="noStrike">
                <a:solidFill>
                  <a:srgbClr val="ffffff"/>
                </a:solidFill>
                <a:latin typeface="Courier New"/>
                <a:ea typeface="DejaVu Sans"/>
              </a:rPr>
              <a:t>r:::::r     r:::::r   w:::::w   w:::::w:::::w   w:::::w          x::::::::::x</a:t>
            </a:r>
            <a:endParaRPr b="0" lang="en-US" sz="1000" spc="-1" strike="noStrike">
              <a:latin typeface="Arial"/>
            </a:endParaRPr>
          </a:p>
          <a:p>
            <a:pPr>
              <a:lnSpc>
                <a:spcPct val="100000"/>
              </a:lnSpc>
              <a:buNone/>
            </a:pPr>
            <a:r>
              <a:rPr b="0" lang="en-US" sz="1000" spc="-1" strike="noStrike">
                <a:solidFill>
                  <a:srgbClr val="ffffff"/>
                </a:solidFill>
                <a:latin typeface="Courier New"/>
                <a:ea typeface="DejaVu Sans"/>
              </a:rPr>
              <a:t>                   </a:t>
            </a:r>
            <a:r>
              <a:rPr b="0" lang="sr-Latn-RS" sz="1000" spc="-1" strike="noStrike">
                <a:solidFill>
                  <a:srgbClr val="ffffff"/>
                </a:solidFill>
                <a:latin typeface="Courier New"/>
                <a:ea typeface="DejaVu Sans"/>
              </a:rPr>
              <a:t>   </a:t>
            </a:r>
            <a:r>
              <a:rPr b="0" lang="en-US" sz="1000" spc="-1" strike="noStrike">
                <a:solidFill>
                  <a:srgbClr val="ffffff"/>
                </a:solidFill>
                <a:latin typeface="Courier New"/>
                <a:ea typeface="DejaVu Sans"/>
              </a:rPr>
              <a:t>r:::::r     rrrrrrr    w:::::w w:::::w w:::::w w:::::w            x::::::::x</a:t>
            </a:r>
            <a:endParaRPr b="0" lang="en-US" sz="1000" spc="-1" strike="noStrike">
              <a:latin typeface="Arial"/>
            </a:endParaRPr>
          </a:p>
          <a:p>
            <a:pPr>
              <a:lnSpc>
                <a:spcPct val="100000"/>
              </a:lnSpc>
              <a:buNone/>
            </a:pPr>
            <a:r>
              <a:rPr b="0" lang="en-US" sz="1000" spc="-1" strike="noStrike">
                <a:solidFill>
                  <a:srgbClr val="ffffff"/>
                </a:solidFill>
                <a:latin typeface="Courier New"/>
                <a:ea typeface="DejaVu Sans"/>
              </a:rPr>
              <a:t>                   </a:t>
            </a:r>
            <a:r>
              <a:rPr b="0" lang="sr-Latn-RS" sz="1000" spc="-1" strike="noStrike">
                <a:solidFill>
                  <a:srgbClr val="ffffff"/>
                </a:solidFill>
                <a:latin typeface="Courier New"/>
                <a:ea typeface="DejaVu Sans"/>
              </a:rPr>
              <a:t>   </a:t>
            </a:r>
            <a:r>
              <a:rPr b="0" lang="en-US" sz="1000" spc="-1" strike="noStrike">
                <a:solidFill>
                  <a:srgbClr val="ffffff"/>
                </a:solidFill>
                <a:latin typeface="Courier New"/>
                <a:ea typeface="DejaVu Sans"/>
              </a:rPr>
              <a:t>r:::::r                 w:::::w:::::w   w:::::w:::::w             x::::::::x</a:t>
            </a:r>
            <a:endParaRPr b="0" lang="en-US" sz="1000" spc="-1" strike="noStrike">
              <a:latin typeface="Arial"/>
            </a:endParaRPr>
          </a:p>
          <a:p>
            <a:pPr>
              <a:lnSpc>
                <a:spcPct val="100000"/>
              </a:lnSpc>
              <a:buNone/>
            </a:pPr>
            <a:r>
              <a:rPr b="0" lang="en-US" sz="1000" spc="-1" strike="noStrike">
                <a:solidFill>
                  <a:srgbClr val="ffffff"/>
                </a:solidFill>
                <a:latin typeface="Courier New"/>
                <a:ea typeface="DejaVu Sans"/>
              </a:rPr>
              <a:t>                  </a:t>
            </a:r>
            <a:r>
              <a:rPr b="0" lang="sr-Latn-RS" sz="1000" spc="-1" strike="noStrike">
                <a:solidFill>
                  <a:srgbClr val="ffffff"/>
                </a:solidFill>
                <a:latin typeface="Courier New"/>
                <a:ea typeface="DejaVu Sans"/>
              </a:rPr>
              <a:t>    </a:t>
            </a:r>
            <a:r>
              <a:rPr b="0" lang="en-US" sz="1000" spc="-1" strike="noStrike">
                <a:solidFill>
                  <a:srgbClr val="ffffff"/>
                </a:solidFill>
                <a:latin typeface="Courier New"/>
                <a:ea typeface="DejaVu Sans"/>
              </a:rPr>
              <a:t>r:::::r                  w:::::::::w     w:::::::::w             x::::::::::x</a:t>
            </a:r>
            <a:endParaRPr b="0" lang="en-US" sz="1000" spc="-1" strike="noStrike">
              <a:latin typeface="Arial"/>
            </a:endParaRPr>
          </a:p>
          <a:p>
            <a:pPr>
              <a:lnSpc>
                <a:spcPct val="100000"/>
              </a:lnSpc>
              <a:buNone/>
            </a:pPr>
            <a:r>
              <a:rPr b="0" lang="en-US" sz="1000" spc="-1" strike="noStrike">
                <a:solidFill>
                  <a:srgbClr val="ffffff"/>
                </a:solidFill>
                <a:latin typeface="Courier New"/>
                <a:ea typeface="DejaVu Sans"/>
              </a:rPr>
              <a:t>                   </a:t>
            </a:r>
            <a:r>
              <a:rPr b="0" lang="sr-Latn-RS" sz="1000" spc="-1" strike="noStrike">
                <a:solidFill>
                  <a:srgbClr val="ffffff"/>
                </a:solidFill>
                <a:latin typeface="Courier New"/>
                <a:ea typeface="DejaVu Sans"/>
              </a:rPr>
              <a:t>   </a:t>
            </a:r>
            <a:r>
              <a:rPr b="0" lang="en-US" sz="1000" spc="-1" strike="noStrike">
                <a:solidFill>
                  <a:srgbClr val="ffffff"/>
                </a:solidFill>
                <a:latin typeface="Courier New"/>
                <a:ea typeface="DejaVu Sans"/>
              </a:rPr>
              <a:t>r:::::r                   w:::::::w       w:::::::w             x:::::xx:::::x</a:t>
            </a:r>
            <a:endParaRPr b="0" lang="en-US" sz="1000" spc="-1" strike="noStrike">
              <a:latin typeface="Arial"/>
            </a:endParaRPr>
          </a:p>
          <a:p>
            <a:pPr>
              <a:lnSpc>
                <a:spcPct val="100000"/>
              </a:lnSpc>
              <a:buNone/>
            </a:pPr>
            <a:r>
              <a:rPr b="0" lang="en-US" sz="1000" spc="-1" strike="noStrike">
                <a:solidFill>
                  <a:srgbClr val="ffffff"/>
                </a:solidFill>
                <a:latin typeface="Courier New"/>
                <a:ea typeface="DejaVu Sans"/>
              </a:rPr>
              <a:t>                   </a:t>
            </a:r>
            <a:r>
              <a:rPr b="0" lang="sr-Latn-RS" sz="1000" spc="-1" strike="noStrike">
                <a:solidFill>
                  <a:srgbClr val="ffffff"/>
                </a:solidFill>
                <a:latin typeface="Courier New"/>
                <a:ea typeface="DejaVu Sans"/>
              </a:rPr>
              <a:t>   </a:t>
            </a:r>
            <a:r>
              <a:rPr b="0" lang="en-US" sz="1000" spc="-1" strike="noStrike">
                <a:solidFill>
                  <a:srgbClr val="ffffff"/>
                </a:solidFill>
                <a:latin typeface="Courier New"/>
                <a:ea typeface="DejaVu Sans"/>
              </a:rPr>
              <a:t>r:::::r                    w:::::w         w:::::w             x:::::x  x:::::x</a:t>
            </a:r>
            <a:endParaRPr b="0" lang="en-US" sz="1000" spc="-1" strike="noStrike">
              <a:latin typeface="Arial"/>
            </a:endParaRPr>
          </a:p>
          <a:p>
            <a:pPr>
              <a:lnSpc>
                <a:spcPct val="100000"/>
              </a:lnSpc>
              <a:buNone/>
            </a:pPr>
            <a:r>
              <a:rPr b="0" lang="en-US" sz="1000" spc="-1" strike="noStrike">
                <a:solidFill>
                  <a:srgbClr val="ffffff"/>
                </a:solidFill>
                <a:latin typeface="Courier New"/>
                <a:ea typeface="DejaVu Sans"/>
              </a:rPr>
              <a:t>                  </a:t>
            </a:r>
            <a:r>
              <a:rPr b="0" lang="sr-Latn-RS" sz="1000" spc="-1" strike="noStrike">
                <a:solidFill>
                  <a:srgbClr val="ffffff"/>
                </a:solidFill>
                <a:latin typeface="Courier New"/>
                <a:ea typeface="DejaVu Sans"/>
              </a:rPr>
              <a:t>    </a:t>
            </a:r>
            <a:r>
              <a:rPr b="0" lang="en-US" sz="1000" spc="-1" strike="noStrike">
                <a:solidFill>
                  <a:srgbClr val="ffffff"/>
                </a:solidFill>
                <a:latin typeface="Courier New"/>
                <a:ea typeface="DejaVu Sans"/>
              </a:rPr>
              <a:t>r:::::r                     w:::w           w:::w             x:::::x    x:::::x</a:t>
            </a:r>
            <a:endParaRPr b="0" lang="en-US" sz="1000" spc="-1" strike="noStrike">
              <a:latin typeface="Arial"/>
            </a:endParaRPr>
          </a:p>
          <a:p>
            <a:pPr>
              <a:lnSpc>
                <a:spcPct val="100000"/>
              </a:lnSpc>
              <a:buNone/>
            </a:pPr>
            <a:r>
              <a:rPr b="0" lang="en-US" sz="1000" spc="-1" strike="noStrike">
                <a:solidFill>
                  <a:srgbClr val="ffffff"/>
                </a:solidFill>
                <a:latin typeface="Courier New"/>
                <a:ea typeface="DejaVu Sans"/>
              </a:rPr>
              <a:t>                  </a:t>
            </a:r>
            <a:r>
              <a:rPr b="0" lang="sr-Latn-RS" sz="1000" spc="-1" strike="noStrike">
                <a:solidFill>
                  <a:srgbClr val="ffffff"/>
                </a:solidFill>
                <a:latin typeface="Courier New"/>
                <a:ea typeface="DejaVu Sans"/>
              </a:rPr>
              <a:t>    </a:t>
            </a:r>
            <a:r>
              <a:rPr b="0" lang="en-US" sz="1000" spc="-1" strike="noStrike">
                <a:solidFill>
                  <a:srgbClr val="ffffff"/>
                </a:solidFill>
                <a:latin typeface="Courier New"/>
                <a:ea typeface="DejaVu Sans"/>
              </a:rPr>
              <a:t>rrrrrrr                      www             www             xxxxxxx      xxxxxxx</a:t>
            </a:r>
            <a:endParaRPr b="0" lang="en-US" sz="1000" spc="-1" strike="noStrike">
              <a:latin typeface="Arial"/>
            </a:endParaRPr>
          </a:p>
        </p:txBody>
      </p:sp>
      <p:sp>
        <p:nvSpPr>
          <p:cNvPr id="4" name="PlaceHolder 3"/>
          <p:cNvSpPr>
            <a:spLocks noGrp="1"/>
          </p:cNvSpPr>
          <p:nvPr>
            <p:ph type="sldNum" idx="2"/>
          </p:nvPr>
        </p:nvSpPr>
        <p:spPr/>
        <p:txBody>
          <a:bodyPr/>
          <a:p>
            <a:fld id="{08C3300E-E10E-4401-93E8-AFCE9466E240}" type="slidenum">
              <a:t>18</a:t>
            </a:fld>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39" name="Picture 238" descr=""/>
          <p:cNvPicPr/>
          <p:nvPr/>
        </p:nvPicPr>
        <p:blipFill>
          <a:blip r:embed="rId1"/>
          <a:stretch/>
        </p:blipFill>
        <p:spPr>
          <a:xfrm>
            <a:off x="0" y="360"/>
            <a:ext cx="10282680" cy="5710320"/>
          </a:xfrm>
          <a:prstGeom prst="rect">
            <a:avLst/>
          </a:prstGeom>
          <a:ln w="10800">
            <a:noFill/>
          </a:ln>
        </p:spPr>
      </p:pic>
      <p:sp>
        <p:nvSpPr>
          <p:cNvPr id="2" name="PlaceHolder 1"/>
          <p:cNvSpPr>
            <a:spLocks noGrp="1"/>
          </p:cNvSpPr>
          <p:nvPr>
            <p:ph type="sldNum" idx="2"/>
          </p:nvPr>
        </p:nvSpPr>
        <p:spPr/>
        <p:txBody>
          <a:bodyPr/>
          <a:p>
            <a:fld id="{EAA821B4-5ED6-4CCF-AAA7-26021674B300}" type="slidenum">
              <a:t>19</a:t>
            </a:fld>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TotalTime>
  <Application>LibreOffice/7.3.7.2$Linux_X86_64 LibreOffice_project/30$Build-2</Application>
  <AppVersion>15.0000</AppVersion>
  <Words>12400</Words>
  <Paragraphs>305</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2026-08-29T09:25:00Z</dcterms:created>
  <dc:creator/>
  <dc:description/>
  <dc:language>en-US</dc:language>
  <cp:lastModifiedBy/>
  <dcterms:modified xsi:type="dcterms:W3CDTF">2026-09-02T00:54:28Z</dcterms:modified>
  <cp:revision>87</cp:revision>
  <dc:subject/>
  <dc:title>Portfolio</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6B7FD12858DB4480B7E199C70C6FA975_12</vt:lpwstr>
  </property>
  <property fmtid="{D5CDD505-2E9C-101B-9397-08002B2CF9AE}" pid="3" name="KSOProductBuildVer">
    <vt:lpwstr>1033-12.1.0.28032</vt:lpwstr>
  </property>
  <property fmtid="{D5CDD505-2E9C-101B-9397-08002B2CF9AE}" pid="4" name="Slides">
    <vt:i4>19</vt:i4>
  </property>
</Properties>
</file>