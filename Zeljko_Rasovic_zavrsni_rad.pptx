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0080625" cy="5670550"/>
  <p:notesSz cx="7559675" cy="106914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7" name="PlaceHolder 2"/>
          <p:cNvSpPr>
            <a:spLocks noGrp="1"/>
          </p:cNvSpPr>
          <p:nvPr>
            <p:ph type="subTitle"/>
          </p:nvPr>
        </p:nvSpPr>
        <p:spPr>
          <a:xfrm>
            <a:off x="504000" y="1326600"/>
            <a:ext cx="9072000" cy="32886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9"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1"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2"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504000" y="226080"/>
            <a:ext cx="9072000" cy="43884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6"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8"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20"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21"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22" name="PlaceHolder 4"/>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24"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25"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26" name="PlaceHolder 4"/>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28" name="PlaceHolder 2"/>
          <p:cNvSpPr>
            <a:spLocks noGrp="1"/>
          </p:cNvSpPr>
          <p:nvPr>
            <p:ph/>
          </p:nvPr>
        </p:nvSpPr>
        <p:spPr>
          <a:xfrm>
            <a:off x="504000" y="132660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29" name="PlaceHolder 3"/>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31"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32"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33"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34" name="PlaceHolder 5"/>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36" name="PlaceHolder 2"/>
          <p:cNvSpPr>
            <a:spLocks noGrp="1"/>
          </p:cNvSpPr>
          <p:nvPr>
            <p:ph/>
          </p:nvPr>
        </p:nvSpPr>
        <p:spPr>
          <a:xfrm>
            <a:off x="50400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37" name="PlaceHolder 3"/>
          <p:cNvSpPr>
            <a:spLocks noGrp="1"/>
          </p:cNvSpPr>
          <p:nvPr>
            <p:ph/>
          </p:nvPr>
        </p:nvSpPr>
        <p:spPr>
          <a:xfrm>
            <a:off x="357156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38" name="PlaceHolder 4"/>
          <p:cNvSpPr>
            <a:spLocks noGrp="1"/>
          </p:cNvSpPr>
          <p:nvPr>
            <p:ph/>
          </p:nvPr>
        </p:nvSpPr>
        <p:spPr>
          <a:xfrm>
            <a:off x="663912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39" name="PlaceHolder 5"/>
          <p:cNvSpPr>
            <a:spLocks noGrp="1"/>
          </p:cNvSpPr>
          <p:nvPr>
            <p:ph/>
          </p:nvPr>
        </p:nvSpPr>
        <p:spPr>
          <a:xfrm>
            <a:off x="50400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40" name="PlaceHolder 6"/>
          <p:cNvSpPr>
            <a:spLocks noGrp="1"/>
          </p:cNvSpPr>
          <p:nvPr>
            <p:ph/>
          </p:nvPr>
        </p:nvSpPr>
        <p:spPr>
          <a:xfrm>
            <a:off x="357156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41" name="PlaceHolder 7"/>
          <p:cNvSpPr>
            <a:spLocks noGrp="1"/>
          </p:cNvSpPr>
          <p:nvPr>
            <p:ph/>
          </p:nvPr>
        </p:nvSpPr>
        <p:spPr>
          <a:xfrm>
            <a:off x="663912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9AA45510-6258-4618-93B6-6A4F24FDF8A7}" type="slidenum">
              <a:rPr/>
            </a:fld>
            <a:endParaRPr/>
          </a:p>
        </p:txBody>
      </p:sp>
      <p:sp>
        <p:nvSpPr>
          <p:cNvPr id="4" name="PlaceHolder 3"/>
          <p:cNvSpPr>
            <a:spLocks noGrp="1"/>
          </p:cNvSpPr>
          <p:nvPr>
            <p:ph type="dt" idx="3"/>
          </p:nvPr>
        </p:nvSpPr>
        <p:spPr/>
        <p:txBody>
          <a:bodyPr/>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53" name="PlaceHolder 2"/>
          <p:cNvSpPr>
            <a:spLocks noGrp="1"/>
          </p:cNvSpPr>
          <p:nvPr>
            <p:ph type="subTitle"/>
          </p:nvPr>
        </p:nvSpPr>
        <p:spPr>
          <a:xfrm>
            <a:off x="504000" y="1326600"/>
            <a:ext cx="9072000" cy="32886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9DF60F8-405F-47B2-A33D-93F289D2987C}" type="slidenum">
              <a:rPr/>
            </a:fld>
            <a:endParaRPr/>
          </a:p>
        </p:txBody>
      </p:sp>
      <p:sp>
        <p:nvSpPr>
          <p:cNvPr id="6" name="PlaceHolder 5"/>
          <p:cNvSpPr>
            <a:spLocks noGrp="1"/>
          </p:cNvSpPr>
          <p:nvPr>
            <p:ph type="dt" idx="3"/>
          </p:nvPr>
        </p:nvSpPr>
        <p:spPr/>
        <p:txBody>
          <a:bodyPr/>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55"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3E3707E-C043-4E74-A319-BABD875BC5CC}" type="slidenum">
              <a:rPr/>
            </a:fld>
            <a:endParaRPr/>
          </a:p>
        </p:txBody>
      </p:sp>
      <p:sp>
        <p:nvSpPr>
          <p:cNvPr id="6" name="PlaceHolder 5"/>
          <p:cNvSpPr>
            <a:spLocks noGrp="1"/>
          </p:cNvSpPr>
          <p:nvPr>
            <p:ph type="dt" idx="3"/>
          </p:nvPr>
        </p:nvSpPr>
        <p:spPr/>
        <p:txBody>
          <a:bodyPr/>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57"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8"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AECAEB31-7DB0-496E-BDC6-0EEBF5BA94EC}" type="slidenum">
              <a:rPr/>
            </a:fld>
            <a:endParaRPr/>
          </a:p>
        </p:txBody>
      </p:sp>
      <p:sp>
        <p:nvSpPr>
          <p:cNvPr id="7" name="PlaceHolder 6"/>
          <p:cNvSpPr>
            <a:spLocks noGrp="1"/>
          </p:cNvSpPr>
          <p:nvPr>
            <p:ph type="dt" idx="3"/>
          </p:nvPr>
        </p:nvSpPr>
        <p:spPr/>
        <p:txBody>
          <a:bodyPr/>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91D7054-1C40-4B40-8563-B0EFF4EA8AC4}" type="slidenum">
              <a:rPr/>
            </a:fld>
            <a:endParaRPr/>
          </a:p>
        </p:txBody>
      </p:sp>
      <p:sp>
        <p:nvSpPr>
          <p:cNvPr id="5" name="PlaceHolder 4"/>
          <p:cNvSpPr>
            <a:spLocks noGrp="1"/>
          </p:cNvSpPr>
          <p:nvPr>
            <p:ph type="dt" idx="3"/>
          </p:nvPr>
        </p:nvSpPr>
        <p:spPr/>
        <p:txBody>
          <a:bodyPr/>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504000" y="226080"/>
            <a:ext cx="9072000" cy="43884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C68E694-7B5D-4045-A5C6-C0798C3D396B}" type="slidenum">
              <a:rPr/>
            </a:fld>
            <a:endParaRPr/>
          </a:p>
        </p:txBody>
      </p:sp>
      <p:sp>
        <p:nvSpPr>
          <p:cNvPr id="5" name="PlaceHolder 4"/>
          <p:cNvSpPr>
            <a:spLocks noGrp="1"/>
          </p:cNvSpPr>
          <p:nvPr>
            <p:ph type="dt" idx="3"/>
          </p:nvPr>
        </p:nvSpPr>
        <p:spPr/>
        <p:txBody>
          <a:bodyPr/>
          <a:p>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62"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3"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4"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D473162-CE56-4298-AAF8-A6D2A8DE4633}" type="slidenum">
              <a:rPr/>
            </a:fld>
            <a:endParaRPr/>
          </a:p>
        </p:txBody>
      </p:sp>
      <p:sp>
        <p:nvSpPr>
          <p:cNvPr id="8" name="PlaceHolder 7"/>
          <p:cNvSpPr>
            <a:spLocks noGrp="1"/>
          </p:cNvSpPr>
          <p:nvPr>
            <p:ph type="dt" idx="3"/>
          </p:nvPr>
        </p:nvSpPr>
        <p:spPr/>
        <p:txBody>
          <a:bodyPr/>
          <a:p>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66"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7"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8" name="PlaceHolder 4"/>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319160A-72D1-444B-99D4-0388A98F7647}" type="slidenum">
              <a:rPr/>
            </a:fld>
            <a:endParaRPr/>
          </a:p>
        </p:txBody>
      </p:sp>
      <p:sp>
        <p:nvSpPr>
          <p:cNvPr id="8" name="PlaceHolder 7"/>
          <p:cNvSpPr>
            <a:spLocks noGrp="1"/>
          </p:cNvSpPr>
          <p:nvPr>
            <p:ph type="dt" idx="3"/>
          </p:nvPr>
        </p:nvSpPr>
        <p:spPr/>
        <p:txBody>
          <a:bodyPr/>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70"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1"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2" name="PlaceHolder 4"/>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C19ACF7-8B3E-4CBE-988F-5B5329DC2032}" type="slidenum">
              <a:rPr/>
            </a:fld>
            <a:endParaRPr/>
          </a:p>
        </p:txBody>
      </p:sp>
      <p:sp>
        <p:nvSpPr>
          <p:cNvPr id="8" name="PlaceHolder 7"/>
          <p:cNvSpPr>
            <a:spLocks noGrp="1"/>
          </p:cNvSpPr>
          <p:nvPr>
            <p:ph type="dt" idx="3"/>
          </p:nvPr>
        </p:nvSpPr>
        <p:spPr/>
        <p:txBody>
          <a:bodyPr/>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74" name="PlaceHolder 2"/>
          <p:cNvSpPr>
            <a:spLocks noGrp="1"/>
          </p:cNvSpPr>
          <p:nvPr>
            <p:ph/>
          </p:nvPr>
        </p:nvSpPr>
        <p:spPr>
          <a:xfrm>
            <a:off x="504000" y="132660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5" name="PlaceHolder 3"/>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1F2C254C-AEDE-4802-9160-05580BC61724}" type="slidenum">
              <a:rPr/>
            </a:fld>
            <a:endParaRPr/>
          </a:p>
        </p:txBody>
      </p:sp>
      <p:sp>
        <p:nvSpPr>
          <p:cNvPr id="7" name="PlaceHolder 6"/>
          <p:cNvSpPr>
            <a:spLocks noGrp="1"/>
          </p:cNvSpPr>
          <p:nvPr>
            <p:ph type="dt" idx="3"/>
          </p:nvPr>
        </p:nvSpPr>
        <p:spPr/>
        <p:txBody>
          <a:bodyPr/>
          <a:p>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77"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8"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9"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80" name="PlaceHolder 5"/>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F18B42E2-E21F-4253-A882-16092F699096}" type="slidenum">
              <a:rPr/>
            </a:fld>
            <a:endParaRPr/>
          </a:p>
        </p:txBody>
      </p:sp>
      <p:sp>
        <p:nvSpPr>
          <p:cNvPr id="9" name="PlaceHolder 8"/>
          <p:cNvSpPr>
            <a:spLocks noGrp="1"/>
          </p:cNvSpPr>
          <p:nvPr>
            <p:ph type="dt" idx="3"/>
          </p:nvPr>
        </p:nvSpPr>
        <p:spPr/>
        <p:txBody>
          <a:bodyPr/>
          <a:p>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82" name="PlaceHolder 2"/>
          <p:cNvSpPr>
            <a:spLocks noGrp="1"/>
          </p:cNvSpPr>
          <p:nvPr>
            <p:ph/>
          </p:nvPr>
        </p:nvSpPr>
        <p:spPr>
          <a:xfrm>
            <a:off x="50400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83" name="PlaceHolder 3"/>
          <p:cNvSpPr>
            <a:spLocks noGrp="1"/>
          </p:cNvSpPr>
          <p:nvPr>
            <p:ph/>
          </p:nvPr>
        </p:nvSpPr>
        <p:spPr>
          <a:xfrm>
            <a:off x="357156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84" name="PlaceHolder 4"/>
          <p:cNvSpPr>
            <a:spLocks noGrp="1"/>
          </p:cNvSpPr>
          <p:nvPr>
            <p:ph/>
          </p:nvPr>
        </p:nvSpPr>
        <p:spPr>
          <a:xfrm>
            <a:off x="663912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85" name="PlaceHolder 5"/>
          <p:cNvSpPr>
            <a:spLocks noGrp="1"/>
          </p:cNvSpPr>
          <p:nvPr>
            <p:ph/>
          </p:nvPr>
        </p:nvSpPr>
        <p:spPr>
          <a:xfrm>
            <a:off x="50400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86" name="PlaceHolder 6"/>
          <p:cNvSpPr>
            <a:spLocks noGrp="1"/>
          </p:cNvSpPr>
          <p:nvPr>
            <p:ph/>
          </p:nvPr>
        </p:nvSpPr>
        <p:spPr>
          <a:xfrm>
            <a:off x="357156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87" name="PlaceHolder 7"/>
          <p:cNvSpPr>
            <a:spLocks noGrp="1"/>
          </p:cNvSpPr>
          <p:nvPr>
            <p:ph/>
          </p:nvPr>
        </p:nvSpPr>
        <p:spPr>
          <a:xfrm>
            <a:off x="663912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13DC3BD-98ED-430C-95A0-2084B5C28C41}" type="slidenum">
              <a:rPr/>
            </a:fld>
            <a:endParaRPr/>
          </a:p>
        </p:txBody>
      </p:sp>
      <p:sp>
        <p:nvSpPr>
          <p:cNvPr id="11" name="PlaceHolder 10"/>
          <p:cNvSpPr>
            <a:spLocks noGrp="1"/>
          </p:cNvSpPr>
          <p:nvPr>
            <p:ph type="dt" idx="3"/>
          </p:nvPr>
        </p:nvSpPr>
        <p:spPr/>
        <p:txBody>
          <a:bodyPr/>
          <a:p>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D682B947-B9F5-47B9-ACB7-A80635116FC3}" type="slidenum">
              <a:rPr/>
            </a:fld>
            <a:endParaRPr/>
          </a:p>
        </p:txBody>
      </p:sp>
      <p:sp>
        <p:nvSpPr>
          <p:cNvPr id="4" name="PlaceHolder 3"/>
          <p:cNvSpPr>
            <a:spLocks noGrp="1"/>
          </p:cNvSpPr>
          <p:nvPr>
            <p:ph type="dt" idx="6"/>
          </p:nvPr>
        </p:nvSpPr>
        <p:spPr/>
        <p:txBody>
          <a:bodyPr/>
          <a:p>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99" name="PlaceHolder 2"/>
          <p:cNvSpPr>
            <a:spLocks noGrp="1"/>
          </p:cNvSpPr>
          <p:nvPr>
            <p:ph type="subTitle"/>
          </p:nvPr>
        </p:nvSpPr>
        <p:spPr>
          <a:xfrm>
            <a:off x="504000" y="1326600"/>
            <a:ext cx="9072000" cy="32886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793A1D18-0EC9-4286-A451-74B7195E63D2}" type="slidenum">
              <a:rPr/>
            </a:fld>
            <a:endParaRPr/>
          </a:p>
        </p:txBody>
      </p:sp>
      <p:sp>
        <p:nvSpPr>
          <p:cNvPr id="6" name="PlaceHolder 5"/>
          <p:cNvSpPr>
            <a:spLocks noGrp="1"/>
          </p:cNvSpPr>
          <p:nvPr>
            <p:ph type="dt" idx="6"/>
          </p:nvPr>
        </p:nvSpPr>
        <p:spPr/>
        <p:txBody>
          <a:bodyPr/>
          <a:p>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01"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5DB0E0B-AD57-41AF-99C3-547575A026E5}" type="slidenum">
              <a:rPr/>
            </a:fld>
            <a:endParaRPr/>
          </a:p>
        </p:txBody>
      </p:sp>
      <p:sp>
        <p:nvSpPr>
          <p:cNvPr id="6" name="PlaceHolder 5"/>
          <p:cNvSpPr>
            <a:spLocks noGrp="1"/>
          </p:cNvSpPr>
          <p:nvPr>
            <p:ph type="dt" idx="6"/>
          </p:nvPr>
        </p:nvSpPr>
        <p:spPr/>
        <p:txBody>
          <a:bodyPr/>
          <a:p>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03"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04"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52803378-E6BF-4F73-932D-E14CA6AAC493}" type="slidenum">
              <a:rPr/>
            </a:fld>
            <a:endParaRPr/>
          </a:p>
        </p:txBody>
      </p:sp>
      <p:sp>
        <p:nvSpPr>
          <p:cNvPr id="7" name="PlaceHolder 6"/>
          <p:cNvSpPr>
            <a:spLocks noGrp="1"/>
          </p:cNvSpPr>
          <p:nvPr>
            <p:ph type="dt" idx="6"/>
          </p:nvPr>
        </p:nvSpPr>
        <p:spPr/>
        <p:txBody>
          <a:bodyPr/>
          <a:p>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5"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6103028D-2DF5-43CC-BDD2-7ECBD51BA6D0}" type="slidenum">
              <a:rPr/>
            </a:fld>
            <a:endParaRPr/>
          </a:p>
        </p:txBody>
      </p:sp>
      <p:sp>
        <p:nvSpPr>
          <p:cNvPr id="5" name="PlaceHolder 4"/>
          <p:cNvSpPr>
            <a:spLocks noGrp="1"/>
          </p:cNvSpPr>
          <p:nvPr>
            <p:ph type="dt" idx="6"/>
          </p:nvPr>
        </p:nvSpPr>
        <p:spPr/>
        <p:txBody>
          <a:bodyPr/>
          <a:p>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6" name="PlaceHolder 1"/>
          <p:cNvSpPr>
            <a:spLocks noGrp="1"/>
          </p:cNvSpPr>
          <p:nvPr>
            <p:ph type="subTitle"/>
          </p:nvPr>
        </p:nvSpPr>
        <p:spPr>
          <a:xfrm>
            <a:off x="504000" y="226080"/>
            <a:ext cx="9072000" cy="43884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625B9D73-6F0F-497E-AAB2-3C5FF38A865E}" type="slidenum">
              <a:rPr/>
            </a:fld>
            <a:endParaRPr/>
          </a:p>
        </p:txBody>
      </p:sp>
      <p:sp>
        <p:nvSpPr>
          <p:cNvPr id="5" name="PlaceHolder 4"/>
          <p:cNvSpPr>
            <a:spLocks noGrp="1"/>
          </p:cNvSpPr>
          <p:nvPr>
            <p:ph type="dt" idx="6"/>
          </p:nvPr>
        </p:nvSpPr>
        <p:spPr/>
        <p:txBody>
          <a:bodyPr/>
          <a:p>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08"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09"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10"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E03E5A21-E92F-48E6-B9DE-F9136F691F9C}" type="slidenum">
              <a:rPr/>
            </a:fld>
            <a:endParaRPr/>
          </a:p>
        </p:txBody>
      </p:sp>
      <p:sp>
        <p:nvSpPr>
          <p:cNvPr id="8" name="PlaceHolder 7"/>
          <p:cNvSpPr>
            <a:spLocks noGrp="1"/>
          </p:cNvSpPr>
          <p:nvPr>
            <p:ph type="dt" idx="6"/>
          </p:nvPr>
        </p:nvSpPr>
        <p:spPr/>
        <p:txBody>
          <a:bodyPr/>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12"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13"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14" name="PlaceHolder 4"/>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5AFF783-69AB-4542-9354-DFE97B9A694A}" type="slidenum">
              <a:rPr/>
            </a:fld>
            <a:endParaRPr/>
          </a:p>
        </p:txBody>
      </p:sp>
      <p:sp>
        <p:nvSpPr>
          <p:cNvPr id="8" name="PlaceHolder 7"/>
          <p:cNvSpPr>
            <a:spLocks noGrp="1"/>
          </p:cNvSpPr>
          <p:nvPr>
            <p:ph type="dt" idx="6"/>
          </p:nvPr>
        </p:nvSpPr>
        <p:spPr/>
        <p:txBody>
          <a:bodyPr/>
          <a:p>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16"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17"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18" name="PlaceHolder 4"/>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CF66EE28-BFD0-4CD2-A8A4-AC781561C84B}" type="slidenum">
              <a:rPr/>
            </a:fld>
            <a:endParaRPr/>
          </a:p>
        </p:txBody>
      </p:sp>
      <p:sp>
        <p:nvSpPr>
          <p:cNvPr id="8" name="PlaceHolder 7"/>
          <p:cNvSpPr>
            <a:spLocks noGrp="1"/>
          </p:cNvSpPr>
          <p:nvPr>
            <p:ph type="dt" idx="6"/>
          </p:nvPr>
        </p:nvSpPr>
        <p:spPr/>
        <p:txBody>
          <a:bodyPr/>
          <a:p>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20" name="PlaceHolder 2"/>
          <p:cNvSpPr>
            <a:spLocks noGrp="1"/>
          </p:cNvSpPr>
          <p:nvPr>
            <p:ph/>
          </p:nvPr>
        </p:nvSpPr>
        <p:spPr>
          <a:xfrm>
            <a:off x="504000" y="132660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21" name="PlaceHolder 3"/>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12CB8E5-8039-407B-87B2-0EECA93A1EA9}" type="slidenum">
              <a:rPr/>
            </a:fld>
            <a:endParaRPr/>
          </a:p>
        </p:txBody>
      </p:sp>
      <p:sp>
        <p:nvSpPr>
          <p:cNvPr id="7" name="PlaceHolder 6"/>
          <p:cNvSpPr>
            <a:spLocks noGrp="1"/>
          </p:cNvSpPr>
          <p:nvPr>
            <p:ph type="dt" idx="6"/>
          </p:nvPr>
        </p:nvSpPr>
        <p:spPr/>
        <p:txBody>
          <a:bodyPr/>
          <a:p>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23"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24"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25"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26" name="PlaceHolder 5"/>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41D7423D-3BD2-46B7-85FB-62787911F92C}" type="slidenum">
              <a:rPr/>
            </a:fld>
            <a:endParaRPr/>
          </a:p>
        </p:txBody>
      </p:sp>
      <p:sp>
        <p:nvSpPr>
          <p:cNvPr id="9" name="PlaceHolder 8"/>
          <p:cNvSpPr>
            <a:spLocks noGrp="1"/>
          </p:cNvSpPr>
          <p:nvPr>
            <p:ph type="dt" idx="6"/>
          </p:nvPr>
        </p:nvSpPr>
        <p:spPr/>
        <p:txBody>
          <a:bodyPr/>
          <a:p>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28" name="PlaceHolder 2"/>
          <p:cNvSpPr>
            <a:spLocks noGrp="1"/>
          </p:cNvSpPr>
          <p:nvPr>
            <p:ph/>
          </p:nvPr>
        </p:nvSpPr>
        <p:spPr>
          <a:xfrm>
            <a:off x="50400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29" name="PlaceHolder 3"/>
          <p:cNvSpPr>
            <a:spLocks noGrp="1"/>
          </p:cNvSpPr>
          <p:nvPr>
            <p:ph/>
          </p:nvPr>
        </p:nvSpPr>
        <p:spPr>
          <a:xfrm>
            <a:off x="357156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30" name="PlaceHolder 4"/>
          <p:cNvSpPr>
            <a:spLocks noGrp="1"/>
          </p:cNvSpPr>
          <p:nvPr>
            <p:ph/>
          </p:nvPr>
        </p:nvSpPr>
        <p:spPr>
          <a:xfrm>
            <a:off x="663912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31" name="PlaceHolder 5"/>
          <p:cNvSpPr>
            <a:spLocks noGrp="1"/>
          </p:cNvSpPr>
          <p:nvPr>
            <p:ph/>
          </p:nvPr>
        </p:nvSpPr>
        <p:spPr>
          <a:xfrm>
            <a:off x="50400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32" name="PlaceHolder 6"/>
          <p:cNvSpPr>
            <a:spLocks noGrp="1"/>
          </p:cNvSpPr>
          <p:nvPr>
            <p:ph/>
          </p:nvPr>
        </p:nvSpPr>
        <p:spPr>
          <a:xfrm>
            <a:off x="357156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33" name="PlaceHolder 7"/>
          <p:cNvSpPr>
            <a:spLocks noGrp="1"/>
          </p:cNvSpPr>
          <p:nvPr>
            <p:ph/>
          </p:nvPr>
        </p:nvSpPr>
        <p:spPr>
          <a:xfrm>
            <a:off x="663912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CFB5E907-006E-40B8-9D6A-FD676B5A49E5}" type="slidenum">
              <a:rPr/>
            </a:fld>
            <a:endParaRPr/>
          </a:p>
        </p:txBody>
      </p:sp>
      <p:sp>
        <p:nvSpPr>
          <p:cNvPr id="11" name="PlaceHolder 10"/>
          <p:cNvSpPr>
            <a:spLocks noGrp="1"/>
          </p:cNvSpPr>
          <p:nvPr>
            <p:ph type="dt" idx="6"/>
          </p:nvPr>
        </p:nvSpPr>
        <p:spPr/>
        <p:txBody>
          <a:bodyPr/>
          <a:p>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17D6B4E-A5E6-448E-8BA6-8A1995DF97D5}" type="slidenum">
              <a:rPr/>
            </a:fld>
            <a:endParaRPr/>
          </a:p>
        </p:txBody>
      </p:sp>
      <p:sp>
        <p:nvSpPr>
          <p:cNvPr id="4" name="PlaceHolder 3"/>
          <p:cNvSpPr>
            <a:spLocks noGrp="1"/>
          </p:cNvSpPr>
          <p:nvPr>
            <p:ph type="dt" idx="9"/>
          </p:nvPr>
        </p:nvSpPr>
        <p:spPr/>
        <p:txBody>
          <a:bodyPr/>
          <a:p>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4"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45" name="PlaceHolder 2"/>
          <p:cNvSpPr>
            <a:spLocks noGrp="1"/>
          </p:cNvSpPr>
          <p:nvPr>
            <p:ph type="subTitle"/>
          </p:nvPr>
        </p:nvSpPr>
        <p:spPr>
          <a:xfrm>
            <a:off x="504000" y="1326600"/>
            <a:ext cx="9072000" cy="32886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0EF32F13-F6F8-44EC-8621-791778AFCBE7}" type="slidenum">
              <a:rPr/>
            </a:fld>
            <a:endParaRPr/>
          </a:p>
        </p:txBody>
      </p:sp>
      <p:sp>
        <p:nvSpPr>
          <p:cNvPr id="6" name="PlaceHolder 5"/>
          <p:cNvSpPr>
            <a:spLocks noGrp="1"/>
          </p:cNvSpPr>
          <p:nvPr>
            <p:ph type="dt" idx="9"/>
          </p:nvPr>
        </p:nvSpPr>
        <p:spPr/>
        <p:txBody>
          <a:bodyPr/>
          <a:p>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47"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07C0B524-FAFF-43BC-8844-03C946E2B945}" type="slidenum">
              <a:rPr/>
            </a:fld>
            <a:endParaRPr/>
          </a:p>
        </p:txBody>
      </p:sp>
      <p:sp>
        <p:nvSpPr>
          <p:cNvPr id="6" name="PlaceHolder 5"/>
          <p:cNvSpPr>
            <a:spLocks noGrp="1"/>
          </p:cNvSpPr>
          <p:nvPr>
            <p:ph type="dt" idx="9"/>
          </p:nvPr>
        </p:nvSpPr>
        <p:spPr/>
        <p:txBody>
          <a:bodyPr/>
          <a:p>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49"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50"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430771A5-1927-43E2-94CA-9BC143758954}" type="slidenum">
              <a:rPr/>
            </a:fld>
            <a:endParaRPr/>
          </a:p>
        </p:txBody>
      </p:sp>
      <p:sp>
        <p:nvSpPr>
          <p:cNvPr id="7" name="PlaceHolder 6"/>
          <p:cNvSpPr>
            <a:spLocks noGrp="1"/>
          </p:cNvSpPr>
          <p:nvPr>
            <p:ph type="dt" idx="9"/>
          </p:nvPr>
        </p:nvSpPr>
        <p:spPr/>
        <p:txBody>
          <a:bodyPr/>
          <a:p>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4D510068-ED68-45C4-906D-8DD89A38FF50}" type="slidenum">
              <a:rPr/>
            </a:fld>
            <a:endParaRPr/>
          </a:p>
        </p:txBody>
      </p:sp>
      <p:sp>
        <p:nvSpPr>
          <p:cNvPr id="5" name="PlaceHolder 4"/>
          <p:cNvSpPr>
            <a:spLocks noGrp="1"/>
          </p:cNvSpPr>
          <p:nvPr>
            <p:ph type="dt" idx="9"/>
          </p:nvPr>
        </p:nvSpPr>
        <p:spPr/>
        <p:txBody>
          <a:bodyPr/>
          <a:p>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2" name="PlaceHolder 1"/>
          <p:cNvSpPr>
            <a:spLocks noGrp="1"/>
          </p:cNvSpPr>
          <p:nvPr>
            <p:ph type="subTitle"/>
          </p:nvPr>
        </p:nvSpPr>
        <p:spPr>
          <a:xfrm>
            <a:off x="504000" y="226080"/>
            <a:ext cx="9072000" cy="4388400"/>
          </a:xfrm>
          <a:prstGeom prst="rect">
            <a:avLst/>
          </a:prstGeom>
          <a:noFill/>
          <a:ln w="0">
            <a:noFill/>
          </a:ln>
        </p:spPr>
        <p:txBody>
          <a:bodyPr lIns="0" tIns="0" rIns="0" bIns="0" anchor="ctr">
            <a:noAutofit/>
          </a:bodyPr>
          <a:p>
            <a:pPr algn="ctr">
              <a:buNone/>
            </a:pPr>
            <a:endParaRPr lang="en-US" sz="3200" b="0" strike="noStrike" spc="-1">
              <a:latin typeface="Arial" panose="020B0604020202020204"/>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ECFC024B-E888-4FB7-8876-5EEBDD452507}" type="slidenum">
              <a:rPr/>
            </a:fld>
            <a:endParaRPr/>
          </a:p>
        </p:txBody>
      </p:sp>
      <p:sp>
        <p:nvSpPr>
          <p:cNvPr id="5" name="PlaceHolder 4"/>
          <p:cNvSpPr>
            <a:spLocks noGrp="1"/>
          </p:cNvSpPr>
          <p:nvPr>
            <p:ph type="dt" idx="9"/>
          </p:nvPr>
        </p:nvSpPr>
        <p:spPr/>
        <p:txBody>
          <a:bodyPr/>
          <a:p>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54"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55"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56"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5AA53755-C3CF-494E-A4C9-6B610289F928}" type="slidenum">
              <a:rPr/>
            </a:fld>
            <a:endParaRPr/>
          </a:p>
        </p:txBody>
      </p:sp>
      <p:sp>
        <p:nvSpPr>
          <p:cNvPr id="8" name="PlaceHolder 7"/>
          <p:cNvSpPr>
            <a:spLocks noGrp="1"/>
          </p:cNvSpPr>
          <p:nvPr>
            <p:ph type="dt" idx="9"/>
          </p:nvPr>
        </p:nvSpPr>
        <p:spPr/>
        <p:txBody>
          <a:bodyPr/>
          <a:p>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58" name="PlaceHolder 2"/>
          <p:cNvSpPr>
            <a:spLocks noGrp="1"/>
          </p:cNvSpPr>
          <p:nvPr>
            <p:ph/>
          </p:nvPr>
        </p:nvSpPr>
        <p:spPr>
          <a:xfrm>
            <a:off x="504000" y="1326600"/>
            <a:ext cx="4426920" cy="328860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59"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60" name="PlaceHolder 4"/>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977275AE-0108-4952-A216-796C8B200EAA}" type="slidenum">
              <a:rPr/>
            </a:fld>
            <a:endParaRPr/>
          </a:p>
        </p:txBody>
      </p:sp>
      <p:sp>
        <p:nvSpPr>
          <p:cNvPr id="8" name="PlaceHolder 7"/>
          <p:cNvSpPr>
            <a:spLocks noGrp="1"/>
          </p:cNvSpPr>
          <p:nvPr>
            <p:ph type="dt" idx="9"/>
          </p:nvPr>
        </p:nvSpPr>
        <p:spPr/>
        <p:txBody>
          <a:bodyPr/>
          <a:p>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62"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63"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64" name="PlaceHolder 4"/>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12E63A02-3D54-439E-BBFA-5A07484536E4}" type="slidenum">
              <a:rPr/>
            </a:fld>
            <a:endParaRPr/>
          </a:p>
        </p:txBody>
      </p:sp>
      <p:sp>
        <p:nvSpPr>
          <p:cNvPr id="8" name="PlaceHolder 7"/>
          <p:cNvSpPr>
            <a:spLocks noGrp="1"/>
          </p:cNvSpPr>
          <p:nvPr>
            <p:ph type="dt" idx="9"/>
          </p:nvPr>
        </p:nvSpPr>
        <p:spPr/>
        <p:txBody>
          <a:bodyPr/>
          <a:p>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66" name="PlaceHolder 2"/>
          <p:cNvSpPr>
            <a:spLocks noGrp="1"/>
          </p:cNvSpPr>
          <p:nvPr>
            <p:ph/>
          </p:nvPr>
        </p:nvSpPr>
        <p:spPr>
          <a:xfrm>
            <a:off x="504000" y="132660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67" name="PlaceHolder 3"/>
          <p:cNvSpPr>
            <a:spLocks noGrp="1"/>
          </p:cNvSpPr>
          <p:nvPr>
            <p:ph/>
          </p:nvPr>
        </p:nvSpPr>
        <p:spPr>
          <a:xfrm>
            <a:off x="504000" y="3044520"/>
            <a:ext cx="907200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EBCC12D4-DE1E-468C-9138-92B58C0544E4}" type="slidenum">
              <a:rPr/>
            </a:fld>
            <a:endParaRPr/>
          </a:p>
        </p:txBody>
      </p:sp>
      <p:sp>
        <p:nvSpPr>
          <p:cNvPr id="7" name="PlaceHolder 6"/>
          <p:cNvSpPr>
            <a:spLocks noGrp="1"/>
          </p:cNvSpPr>
          <p:nvPr>
            <p:ph type="dt" idx="9"/>
          </p:nvPr>
        </p:nvSpPr>
        <p:spPr/>
        <p:txBody>
          <a:bodyPr/>
          <a:p>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69"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0" name="PlaceHolder 3"/>
          <p:cNvSpPr>
            <a:spLocks noGrp="1"/>
          </p:cNvSpPr>
          <p:nvPr>
            <p:ph/>
          </p:nvPr>
        </p:nvSpPr>
        <p:spPr>
          <a:xfrm>
            <a:off x="5152680" y="132660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1"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2" name="PlaceHolder 5"/>
          <p:cNvSpPr>
            <a:spLocks noGrp="1"/>
          </p:cNvSpPr>
          <p:nvPr>
            <p:ph/>
          </p:nvPr>
        </p:nvSpPr>
        <p:spPr>
          <a:xfrm>
            <a:off x="5152680" y="3044520"/>
            <a:ext cx="442692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1B12D8F6-F926-4078-8C02-1EF1D0344974}" type="slidenum">
              <a:rPr/>
            </a:fld>
            <a:endParaRPr/>
          </a:p>
        </p:txBody>
      </p:sp>
      <p:sp>
        <p:nvSpPr>
          <p:cNvPr id="9" name="PlaceHolder 8"/>
          <p:cNvSpPr>
            <a:spLocks noGrp="1"/>
          </p:cNvSpPr>
          <p:nvPr>
            <p:ph type="dt" idx="9"/>
          </p:nvPr>
        </p:nvSpPr>
        <p:spPr/>
        <p:txBody>
          <a:bodyPr/>
          <a:p>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endParaRPr lang="en-US" sz="4400" b="0" strike="noStrike" spc="-1">
              <a:latin typeface="Arial" panose="020B0604020202020204"/>
            </a:endParaRPr>
          </a:p>
        </p:txBody>
      </p:sp>
      <p:sp>
        <p:nvSpPr>
          <p:cNvPr id="174" name="PlaceHolder 2"/>
          <p:cNvSpPr>
            <a:spLocks noGrp="1"/>
          </p:cNvSpPr>
          <p:nvPr>
            <p:ph/>
          </p:nvPr>
        </p:nvSpPr>
        <p:spPr>
          <a:xfrm>
            <a:off x="50400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5" name="PlaceHolder 3"/>
          <p:cNvSpPr>
            <a:spLocks noGrp="1"/>
          </p:cNvSpPr>
          <p:nvPr>
            <p:ph/>
          </p:nvPr>
        </p:nvSpPr>
        <p:spPr>
          <a:xfrm>
            <a:off x="357156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6" name="PlaceHolder 4"/>
          <p:cNvSpPr>
            <a:spLocks noGrp="1"/>
          </p:cNvSpPr>
          <p:nvPr>
            <p:ph/>
          </p:nvPr>
        </p:nvSpPr>
        <p:spPr>
          <a:xfrm>
            <a:off x="6639120" y="132660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7" name="PlaceHolder 5"/>
          <p:cNvSpPr>
            <a:spLocks noGrp="1"/>
          </p:cNvSpPr>
          <p:nvPr>
            <p:ph/>
          </p:nvPr>
        </p:nvSpPr>
        <p:spPr>
          <a:xfrm>
            <a:off x="50400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8" name="PlaceHolder 6"/>
          <p:cNvSpPr>
            <a:spLocks noGrp="1"/>
          </p:cNvSpPr>
          <p:nvPr>
            <p:ph/>
          </p:nvPr>
        </p:nvSpPr>
        <p:spPr>
          <a:xfrm>
            <a:off x="357156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179" name="PlaceHolder 7"/>
          <p:cNvSpPr>
            <a:spLocks noGrp="1"/>
          </p:cNvSpPr>
          <p:nvPr>
            <p:ph/>
          </p:nvPr>
        </p:nvSpPr>
        <p:spPr>
          <a:xfrm>
            <a:off x="6639120" y="3044520"/>
            <a:ext cx="2921040" cy="1568520"/>
          </a:xfrm>
          <a:prstGeom prst="rect">
            <a:avLst/>
          </a:prstGeom>
          <a:noFill/>
          <a:ln w="0">
            <a:noFill/>
          </a:ln>
        </p:spPr>
        <p:txBody>
          <a:bodyPr lIns="0" tIns="0" rIns="0" bIns="0" anchor="t">
            <a:normAutofit/>
          </a:bodyPr>
          <a:p>
            <a:endParaRPr lang="en-US" sz="3200" b="0" strike="noStrike" spc="-1">
              <a:latin typeface="Arial" panose="020B0604020202020204"/>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D9DCBC12-9F3E-4A37-9C12-855049D9C5E5}" type="slidenum">
              <a:rPr/>
            </a:fld>
            <a:endParaRPr/>
          </a:p>
        </p:txBody>
      </p:sp>
      <p:sp>
        <p:nvSpPr>
          <p:cNvPr id="11" name="PlaceHolder 10"/>
          <p:cNvSpPr>
            <a:spLocks noGrp="1"/>
          </p:cNvSpPr>
          <p:nvPr>
            <p:ph type="dt" idx="9"/>
          </p:nvPr>
        </p:nvSpPr>
        <p:spPr/>
        <p:txBody>
          <a:bodyPr/>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3" Type="http://schemas.openxmlformats.org/officeDocument/2006/relationships/theme" Target="../theme/theme4.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4104000" y="4896000"/>
            <a:ext cx="4388400" cy="342720"/>
          </a:xfrm>
          <a:prstGeom prst="rect">
            <a:avLst/>
          </a:prstGeom>
          <a:noFill/>
          <a:ln w="1080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endParaRPr lang="en-US" sz="1800" b="0" strike="noStrike" spc="-1">
              <a:latin typeface="Arial" panose="020B0604020202020204"/>
            </a:endParaRPr>
          </a:p>
        </p:txBody>
      </p:sp>
      <p:sp>
        <p:nvSpPr>
          <p:cNvPr id="3" name="Freeform 2"/>
          <p:cNvSpPr/>
          <p:nvPr/>
        </p:nvSpPr>
        <p:spPr>
          <a:xfrm>
            <a:off x="25920" y="4628880"/>
            <a:ext cx="6116400" cy="14400"/>
          </a:xfrm>
          <a:custGeom>
            <a:avLst/>
            <a:gdLst/>
            <a:ahLst/>
            <a:cxn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srgbClr val="FFFFFF"/>
          </a:lnRef>
          <a:fillRef idx="0">
            <a:srgbClr val="FFFFFF"/>
          </a:fillRef>
          <a:effectRef idx="0">
            <a:srgbClr val="FFFFFF"/>
          </a:effectRef>
          <a:fontRef idx="minor"/>
        </p:style>
      </p:sp>
      <p:sp>
        <p:nvSpPr>
          <p:cNvPr id="4" name="Freeform 3"/>
          <p:cNvSpPr/>
          <p:nvPr/>
        </p:nvSpPr>
        <p:spPr>
          <a:xfrm>
            <a:off x="3859200" y="5324400"/>
            <a:ext cx="6236640" cy="3600"/>
          </a:xfrm>
          <a:custGeom>
            <a:avLst/>
            <a:gdLst/>
            <a:ahLst/>
            <a:cxnLst/>
            <a:rect l="l" t="t" r="r" b="b"/>
            <a:pathLst>
              <a:path w="17830286" h="21600">
                <a:moveTo>
                  <a:pt x="10800" y="0"/>
                </a:moveTo>
                <a:arcTo wR="10800" hR="10800" stAng="16200000" swAng="-5400000"/>
                <a:lnTo>
                  <a:pt x="0" y="10800"/>
                </a:lnTo>
                <a:arcTo wR="10800" hR="10800" stAng="10800000" swAng="-5400000"/>
                <a:lnTo>
                  <a:pt x="17819486" y="21600"/>
                </a:lnTo>
                <a:arcTo wR="17797886" hR="10800" stAng="5400000" swAng="5400000"/>
                <a:lnTo>
                  <a:pt x="21600" y="10800"/>
                </a:lnTo>
                <a:arcTo wR="17797886" hR="10800" stAng="10800000" swAng="5400000"/>
                <a:close/>
              </a:path>
            </a:pathLst>
          </a:custGeom>
          <a:gradFill rotWithShape="0">
            <a:gsLst>
              <a:gs pos="0">
                <a:srgbClr val="CCCCCC"/>
              </a:gs>
              <a:gs pos="100000">
                <a:srgbClr val="333333"/>
              </a:gs>
            </a:gsLst>
            <a:lin ang="0"/>
          </a:gradFill>
          <a:ln w="0">
            <a:noFill/>
          </a:ln>
        </p:spPr>
        <p:style>
          <a:lnRef idx="0">
            <a:srgbClr val="FFFFFF"/>
          </a:lnRef>
          <a:fillRef idx="0">
            <a:srgbClr val="FFFFFF"/>
          </a:fillRef>
          <a:effectRef idx="0">
            <a:srgbClr val="FFFFFF"/>
          </a:effectRef>
          <a:fontRef idx="minor"/>
        </p:style>
      </p:sp>
      <p:sp>
        <p:nvSpPr>
          <p:cNvPr id="5" name="Freeform 4"/>
          <p:cNvSpPr/>
          <p:nvPr/>
        </p:nvSpPr>
        <p:spPr>
          <a:xfrm>
            <a:off x="4044960" y="4944960"/>
            <a:ext cx="3600" cy="483840"/>
          </a:xfrm>
          <a:custGeom>
            <a:avLst/>
            <a:gdLst/>
            <a:ahLst/>
            <a:cxnLst/>
            <a:rect l="l" t="t" r="r" b="b"/>
            <a:pathLst>
              <a:path w="21600" h="1393714">
                <a:moveTo>
                  <a:pt x="10800" y="0"/>
                </a:moveTo>
                <a:arcTo wR="10800" hR="10800" stAng="16200000" swAng="-5400000"/>
                <a:lnTo>
                  <a:pt x="0" y="1382914"/>
                </a:lnTo>
                <a:arcTo wR="10800" hR="1361314" stAng="10800000" swAng="5400000"/>
                <a:lnTo>
                  <a:pt x="10800" y="21600"/>
                </a:lnTo>
                <a:arcTo wR="10800" hR="1361314"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6"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r>
              <a:rPr lang="en-US" sz="4400" b="0" strike="noStrike" spc="-1">
                <a:latin typeface="Arial" panose="020B0604020202020204"/>
              </a:rPr>
              <a:t>Clic</a:t>
            </a:r>
            <a:r>
              <a:rPr lang="en-US" sz="4400" b="0" strike="noStrike" spc="-1">
                <a:latin typeface="Arial" panose="020B0604020202020204"/>
              </a:rPr>
              <a:t>k to </a:t>
            </a:r>
            <a:r>
              <a:rPr lang="en-US" sz="4400" b="0" strike="noStrike" spc="-1">
                <a:latin typeface="Arial" panose="020B0604020202020204"/>
              </a:rPr>
              <a:t>edit </a:t>
            </a:r>
            <a:r>
              <a:rPr lang="en-US" sz="4400" b="0" strike="noStrike" spc="-1">
                <a:latin typeface="Arial" panose="020B0604020202020204"/>
              </a:rPr>
              <a:t>the </a:t>
            </a:r>
            <a:r>
              <a:rPr lang="en-US" sz="4400" b="0" strike="noStrike" spc="-1">
                <a:latin typeface="Arial" panose="020B0604020202020204"/>
              </a:rPr>
              <a:t>title </a:t>
            </a:r>
            <a:r>
              <a:rPr lang="en-US" sz="4400" b="0" strike="noStrike" spc="-1">
                <a:latin typeface="Arial" panose="020B0604020202020204"/>
              </a:rPr>
              <a:t>text </a:t>
            </a:r>
            <a:r>
              <a:rPr lang="en-US" sz="4400" b="0" strike="noStrike" spc="-1">
                <a:latin typeface="Arial" panose="020B0604020202020204"/>
              </a:rPr>
              <a:t>for</a:t>
            </a:r>
            <a:r>
              <a:rPr lang="en-US" sz="4400" b="0" strike="noStrike" spc="-1">
                <a:latin typeface="Arial" panose="020B0604020202020204"/>
              </a:rPr>
              <a:t>mat</a:t>
            </a:r>
            <a:endParaRPr lang="en-US" sz="4400" b="0" strike="noStrike" spc="-1">
              <a:latin typeface="Arial" panose="020B0604020202020204"/>
            </a:endParaRPr>
          </a:p>
        </p:txBody>
      </p:sp>
      <p:sp>
        <p:nvSpPr>
          <p:cNvPr id="7"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en-US" sz="3200" b="0" strike="noStrike" spc="-1">
                <a:latin typeface="Arial" panose="020B0604020202020204"/>
              </a:rPr>
              <a:t>Click to edit the outline text format</a:t>
            </a:r>
            <a:endParaRPr lang="en-US" sz="3200" b="0" strike="noStrike" spc="-1">
              <a:latin typeface="Arial" panose="020B0604020202020204"/>
            </a:endParaRPr>
          </a:p>
          <a:p>
            <a:pPr marL="864235" lvl="1" indent="-323850">
              <a:spcBef>
                <a:spcPts val="1135"/>
              </a:spcBef>
              <a:buClr>
                <a:srgbClr val="FFFFFF"/>
              </a:buClr>
              <a:buSzPct val="75000"/>
              <a:buFont typeface="Symbol" panose="05050102010706020507" charset="2"/>
              <a:buChar char=""/>
            </a:pPr>
            <a:r>
              <a:rPr lang="en-US" sz="2800" b="0" strike="noStrike" spc="-1">
                <a:latin typeface="Arial" panose="020B0604020202020204"/>
              </a:rPr>
              <a:t>Second Outline Level</a:t>
            </a:r>
            <a:endParaRPr lang="en-US" sz="2800" b="0" strike="noStrike" spc="-1">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en-US" sz="2400" b="0" strike="noStrike" spc="-1">
                <a:latin typeface="Arial" panose="020B0604020202020204"/>
              </a:rPr>
              <a:t>Third Outline Level</a:t>
            </a:r>
            <a:endParaRPr lang="en-US" sz="2400" b="0" strike="noStrike" spc="-1">
              <a:latin typeface="Arial" panose="020B0604020202020204"/>
            </a:endParaRPr>
          </a:p>
          <a:p>
            <a:pPr marL="1727835" lvl="3" indent="-215900">
              <a:spcBef>
                <a:spcPts val="565"/>
              </a:spcBef>
              <a:buClr>
                <a:srgbClr val="FFFFFF"/>
              </a:buClr>
              <a:buSzPct val="75000"/>
              <a:buFont typeface="Symbol" panose="05050102010706020507" charset="2"/>
              <a:buChar char=""/>
            </a:pPr>
            <a:r>
              <a:rPr lang="en-US" sz="2000" b="0" strike="noStrike" spc="-1">
                <a:latin typeface="Arial" panose="020B0604020202020204"/>
              </a:rPr>
              <a:t>Fourth Outline Level</a:t>
            </a:r>
            <a:endParaRPr lang="en-US" sz="2000" b="0" strike="noStrike" spc="-1">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Fifth Outline Level</a:t>
            </a:r>
            <a:endParaRPr lang="en-US" sz="2000" b="0" strike="noStrike" spc="-1">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Sixth Outline Level</a:t>
            </a:r>
            <a:endParaRPr lang="en-US" sz="2000" b="0" strike="noStrike" spc="-1">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Seventh Outline Level</a:t>
            </a:r>
            <a:endParaRPr lang="en-US"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2" name="Freeform 41"/>
          <p:cNvSpPr/>
          <p:nvPr/>
        </p:nvSpPr>
        <p:spPr>
          <a:xfrm>
            <a:off x="20880" y="607320"/>
            <a:ext cx="6116400" cy="14400"/>
          </a:xfrm>
          <a:custGeom>
            <a:avLst/>
            <a:gdLst/>
            <a:ahLst/>
            <a:cxn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srgbClr val="FFFFFF"/>
          </a:lnRef>
          <a:fillRef idx="0">
            <a:srgbClr val="FFFFFF"/>
          </a:fillRef>
          <a:effectRef idx="0">
            <a:srgbClr val="FFFFFF"/>
          </a:effectRef>
          <a:fontRef idx="minor"/>
        </p:style>
      </p:sp>
      <p:sp>
        <p:nvSpPr>
          <p:cNvPr id="43" name="Freeform 42"/>
          <p:cNvSpPr/>
          <p:nvPr/>
        </p:nvSpPr>
        <p:spPr>
          <a:xfrm>
            <a:off x="4430520" y="840960"/>
            <a:ext cx="5670360" cy="3600"/>
          </a:xfrm>
          <a:custGeom>
            <a:avLst/>
            <a:gdLst/>
            <a:ahLst/>
            <a:cxnLst/>
            <a:rect l="l" t="t" r="r" b="b"/>
            <a:pathLst>
              <a:path w="16212343" h="21600">
                <a:moveTo>
                  <a:pt x="10800" y="0"/>
                </a:moveTo>
                <a:arcTo wR="10800" hR="10800" stAng="16200000" swAng="-5400000"/>
                <a:lnTo>
                  <a:pt x="0" y="10800"/>
                </a:lnTo>
                <a:arcTo wR="10800" hR="10800" stAng="10800000" swAng="-5400000"/>
                <a:lnTo>
                  <a:pt x="16201543" y="21600"/>
                </a:lnTo>
                <a:arcTo wR="16179943" hR="10800" stAng="5400000" swAng="5400000"/>
                <a:lnTo>
                  <a:pt x="21600" y="10800"/>
                </a:lnTo>
                <a:arcTo wR="16179943" hR="10800" stAng="10800000" swAng="5400000"/>
                <a:close/>
              </a:path>
            </a:pathLst>
          </a:custGeom>
          <a:gradFill rotWithShape="0">
            <a:gsLst>
              <a:gs pos="0">
                <a:srgbClr val="333333"/>
              </a:gs>
              <a:gs pos="100000">
                <a:srgbClr val="CCCCCC"/>
              </a:gs>
            </a:gsLst>
            <a:lin ang="0"/>
          </a:gradFill>
          <a:ln w="0">
            <a:noFill/>
          </a:ln>
        </p:spPr>
        <p:style>
          <a:lnRef idx="0">
            <a:srgbClr val="FFFFFF"/>
          </a:lnRef>
          <a:fillRef idx="0">
            <a:srgbClr val="FFFFFF"/>
          </a:fillRef>
          <a:effectRef idx="0">
            <a:srgbClr val="FFFFFF"/>
          </a:effectRef>
          <a:fontRef idx="minor"/>
        </p:style>
      </p:sp>
      <p:sp>
        <p:nvSpPr>
          <p:cNvPr id="44" name="Freeform 43"/>
          <p:cNvSpPr/>
          <p:nvPr/>
        </p:nvSpPr>
        <p:spPr>
          <a:xfrm>
            <a:off x="9819720" y="474480"/>
            <a:ext cx="3600" cy="489600"/>
          </a:xfrm>
          <a:custGeom>
            <a:avLst/>
            <a:gdLst/>
            <a:ahLst/>
            <a:cxnLst/>
            <a:rect l="l" t="t" r="r" b="b"/>
            <a:pathLst>
              <a:path w="21600" h="1410171">
                <a:moveTo>
                  <a:pt x="10800" y="0"/>
                </a:moveTo>
                <a:arcTo wR="10800" hR="10800" stAng="16200000" swAng="-5400000"/>
                <a:lnTo>
                  <a:pt x="0" y="1399371"/>
                </a:lnTo>
                <a:arcTo wR="10800" hR="1377771" stAng="10800000" swAng="5400000"/>
                <a:lnTo>
                  <a:pt x="10800" y="21600"/>
                </a:lnTo>
                <a:arcTo wR="10800" hR="1377771"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45" name="Freeform 44"/>
          <p:cNvSpPr/>
          <p:nvPr/>
        </p:nvSpPr>
        <p:spPr>
          <a:xfrm>
            <a:off x="1900800" y="5204880"/>
            <a:ext cx="7461720" cy="3600"/>
          </a:xfrm>
          <a:custGeom>
            <a:avLst/>
            <a:gdLst/>
            <a:ahLst/>
            <a:cxnLst/>
            <a:rect l="l" t="t" r="r" b="b"/>
            <a:pathLst>
              <a:path w="21330514" h="21600">
                <a:moveTo>
                  <a:pt x="10800" y="0"/>
                </a:moveTo>
                <a:arcTo wR="10800" hR="10800" stAng="16200000" swAng="-5400000"/>
                <a:lnTo>
                  <a:pt x="0" y="10800"/>
                </a:lnTo>
                <a:arcTo wR="10800" hR="10800" stAng="10800000" swAng="-5400000"/>
                <a:lnTo>
                  <a:pt x="21319714" y="21600"/>
                </a:lnTo>
                <a:arcTo wR="21298114" hR="10800" stAng="5400000" swAng="5400000"/>
                <a:lnTo>
                  <a:pt x="21600" y="10800"/>
                </a:lnTo>
                <a:arcTo wR="21298114" hR="10800" stAng="10800000" swAng="5400000"/>
                <a:close/>
              </a:path>
            </a:pathLst>
          </a:custGeom>
          <a:gradFill rotWithShape="0">
            <a:gsLst>
              <a:gs pos="0">
                <a:srgbClr val="333333"/>
              </a:gs>
              <a:gs pos="100000">
                <a:srgbClr val="CCCCCC"/>
              </a:gs>
            </a:gsLst>
            <a:lin ang="0"/>
          </a:gradFill>
          <a:ln w="0">
            <a:noFill/>
          </a:ln>
        </p:spPr>
        <p:style>
          <a:lnRef idx="0">
            <a:srgbClr val="FFFFFF"/>
          </a:lnRef>
          <a:fillRef idx="0">
            <a:srgbClr val="FFFFFF"/>
          </a:fillRef>
          <a:effectRef idx="0">
            <a:srgbClr val="FFFFFF"/>
          </a:effectRef>
          <a:fontRef idx="minor"/>
        </p:style>
      </p:sp>
      <p:sp>
        <p:nvSpPr>
          <p:cNvPr id="46" name="Freeform 45"/>
          <p:cNvSpPr/>
          <p:nvPr/>
        </p:nvSpPr>
        <p:spPr>
          <a:xfrm>
            <a:off x="9259920" y="4917240"/>
            <a:ext cx="3600" cy="345960"/>
          </a:xfrm>
          <a:custGeom>
            <a:avLst/>
            <a:gdLst/>
            <a:ahLst/>
            <a:cxnLst/>
            <a:rect l="l" t="t" r="r" b="b"/>
            <a:pathLst>
              <a:path w="21600" h="999771">
                <a:moveTo>
                  <a:pt x="10800" y="0"/>
                </a:moveTo>
                <a:arcTo wR="10800" hR="10800" stAng="16200000" swAng="-5400000"/>
                <a:lnTo>
                  <a:pt x="0" y="988971"/>
                </a:lnTo>
                <a:arcTo wR="10800" hR="967371" stAng="10800000" swAng="5400000"/>
                <a:lnTo>
                  <a:pt x="10800" y="21600"/>
                </a:lnTo>
                <a:arcTo wR="10800" hR="967371"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47" name="PlaceHolder 1"/>
          <p:cNvSpPr>
            <a:spLocks noGrp="1"/>
          </p:cNvSpPr>
          <p:nvPr>
            <p:ph type="ftr" idx="1"/>
          </p:nvPr>
        </p:nvSpPr>
        <p:spPr>
          <a:xfrm>
            <a:off x="2520000" y="5256000"/>
            <a:ext cx="4676400" cy="406800"/>
          </a:xfrm>
          <a:prstGeom prst="rect">
            <a:avLst/>
          </a:prstGeom>
          <a:noFill/>
          <a:ln w="0">
            <a:noFill/>
          </a:ln>
        </p:spPr>
        <p:txBody>
          <a:bodyPr lIns="0" tIns="0" rIns="0" bIns="0" anchor="t">
            <a:noAutofit/>
          </a:bodyPr>
          <a:lstStyle>
            <a:lvl1pPr algn="ctr">
              <a:lnSpc>
                <a:spcPct val="100000"/>
              </a:lnSpc>
              <a:buNone/>
              <a:defRPr lang="en-US" sz="1400" b="0" strike="noStrike" spc="-1">
                <a:latin typeface="Arial" panose="020B0604020202020204"/>
              </a:defRPr>
            </a:lvl1pPr>
          </a:lstStyle>
          <a:p>
            <a:pPr algn="ctr">
              <a:lnSpc>
                <a:spcPct val="100000"/>
              </a:lnSpc>
              <a:buNone/>
            </a:pPr>
            <a:r>
              <a:rPr lang="en-US" sz="1400" b="0" strike="noStrike" spc="-1">
                <a:latin typeface="Arial" panose="020B0604020202020204"/>
              </a:rPr>
              <a:t>&lt;footer&gt;</a:t>
            </a:r>
            <a:endParaRPr lang="en-US" sz="1400" b="0" strike="noStrike" spc="-1">
              <a:latin typeface="Times New Roman" panose="02020603050405020304"/>
            </a:endParaRPr>
          </a:p>
        </p:txBody>
      </p:sp>
      <p:sp>
        <p:nvSpPr>
          <p:cNvPr id="48" name="PlaceHolder 2"/>
          <p:cNvSpPr>
            <a:spLocks noGrp="1"/>
          </p:cNvSpPr>
          <p:nvPr>
            <p:ph type="sldNum" idx="2"/>
          </p:nvPr>
        </p:nvSpPr>
        <p:spPr>
          <a:xfrm>
            <a:off x="7560000" y="5256000"/>
            <a:ext cx="1616400" cy="406800"/>
          </a:xfrm>
          <a:prstGeom prst="rect">
            <a:avLst/>
          </a:prstGeom>
          <a:noFill/>
          <a:ln w="0">
            <a:noFill/>
          </a:ln>
        </p:spPr>
        <p:txBody>
          <a:bodyPr lIns="0" tIns="0" rIns="0" bIns="0" anchor="t">
            <a:noAutofit/>
          </a:bodyPr>
          <a:lstStyle>
            <a:lvl1pPr algn="r">
              <a:lnSpc>
                <a:spcPct val="100000"/>
              </a:lnSpc>
              <a:buNone/>
              <a:defRPr lang="en-US" sz="1400" b="0" strike="noStrike" spc="-1">
                <a:latin typeface="Arial" panose="020B0604020202020204"/>
              </a:defRPr>
            </a:lvl1pPr>
          </a:lstStyle>
          <a:p>
            <a:pPr algn="r">
              <a:lnSpc>
                <a:spcPct val="100000"/>
              </a:lnSpc>
              <a:buNone/>
            </a:pPr>
            <a:fld id="{EB3456EC-5E53-41A3-8340-7DB4F3FA4A7F}" type="slidenum">
              <a:rPr lang="en-US" sz="1400" b="0" strike="noStrike" spc="-1">
                <a:latin typeface="Arial" panose="020B0604020202020204"/>
              </a:rPr>
            </a:fld>
            <a:endParaRPr lang="en-US" sz="1400" b="0" strike="noStrike" spc="-1">
              <a:latin typeface="Times New Roman" panose="02020603050405020304"/>
            </a:endParaRPr>
          </a:p>
        </p:txBody>
      </p:sp>
      <p:sp>
        <p:nvSpPr>
          <p:cNvPr id="49" name="PlaceHolder 3"/>
          <p:cNvSpPr>
            <a:spLocks noGrp="1"/>
          </p:cNvSpPr>
          <p:nvPr>
            <p:ph type="dt" idx="3"/>
          </p:nvPr>
        </p:nvSpPr>
        <p:spPr>
          <a:xfrm>
            <a:off x="504000" y="5256000"/>
            <a:ext cx="1652400" cy="406800"/>
          </a:xfrm>
          <a:prstGeom prst="rect">
            <a:avLst/>
          </a:prstGeom>
          <a:noFill/>
          <a:ln w="0">
            <a:noFill/>
          </a:ln>
        </p:spPr>
        <p:txBody>
          <a:bodyPr lIns="0" tIns="0" rIns="0" bIns="0" anchor="t">
            <a:noAutofit/>
          </a:bodyPr>
          <a:lstStyle>
            <a:lvl1pPr>
              <a:defRPr lang="en-US" sz="1400" b="0" strike="noStrike" spc="-1">
                <a:latin typeface="Times New Roman" panose="02020603050405020304"/>
              </a:defRPr>
            </a:lvl1pPr>
          </a:lstStyle>
          <a:p>
            <a:r>
              <a:rPr lang="en-US" sz="1400" b="0" strike="noStrike" spc="-1">
                <a:latin typeface="Times New Roman" panose="02020603050405020304"/>
              </a:rPr>
              <a:t>&lt;date/time&gt;</a:t>
            </a:r>
            <a:endParaRPr lang="en-US" sz="1400" b="0" strike="noStrike" spc="-1">
              <a:latin typeface="Times New Roman" panose="02020603050405020304"/>
            </a:endParaRPr>
          </a:p>
        </p:txBody>
      </p:sp>
      <p:sp>
        <p:nvSpPr>
          <p:cNvPr id="50"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r>
              <a:rPr lang="en-US" sz="4400" b="0" strike="noStrike" spc="-1">
                <a:latin typeface="Arial" panose="020B0604020202020204"/>
              </a:rPr>
              <a:t>Click to edit the title </a:t>
            </a:r>
            <a:r>
              <a:rPr lang="en-US" sz="4400" b="0" strike="noStrike" spc="-1">
                <a:latin typeface="Arial" panose="020B0604020202020204"/>
              </a:rPr>
              <a:t>text format</a:t>
            </a:r>
            <a:endParaRPr lang="en-US" sz="4400" b="0" strike="noStrike" spc="-1">
              <a:latin typeface="Arial" panose="020B0604020202020204"/>
            </a:endParaRPr>
          </a:p>
        </p:txBody>
      </p:sp>
      <p:sp>
        <p:nvSpPr>
          <p:cNvPr id="51"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en-US" sz="3200" b="0" strike="noStrike" spc="-1">
                <a:latin typeface="Arial" panose="020B0604020202020204"/>
              </a:rPr>
              <a:t>Click to edit the outline text format</a:t>
            </a:r>
            <a:endParaRPr lang="en-US" sz="3200" b="0" strike="noStrike" spc="-1">
              <a:latin typeface="Arial" panose="020B0604020202020204"/>
            </a:endParaRPr>
          </a:p>
          <a:p>
            <a:pPr marL="864235" lvl="1" indent="-323850">
              <a:spcBef>
                <a:spcPts val="1135"/>
              </a:spcBef>
              <a:buClr>
                <a:srgbClr val="FFFFFF"/>
              </a:buClr>
              <a:buSzPct val="75000"/>
              <a:buFont typeface="Symbol" panose="05050102010706020507" charset="2"/>
              <a:buChar char=""/>
            </a:pPr>
            <a:r>
              <a:rPr lang="en-US" sz="2800" b="0" strike="noStrike" spc="-1">
                <a:latin typeface="Arial" panose="020B0604020202020204"/>
              </a:rPr>
              <a:t>Second Outline Level</a:t>
            </a:r>
            <a:endParaRPr lang="en-US" sz="2800" b="0" strike="noStrike" spc="-1">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en-US" sz="2400" b="0" strike="noStrike" spc="-1">
                <a:latin typeface="Arial" panose="020B0604020202020204"/>
              </a:rPr>
              <a:t>Third Outline Level</a:t>
            </a:r>
            <a:endParaRPr lang="en-US" sz="2400" b="0" strike="noStrike" spc="-1">
              <a:latin typeface="Arial" panose="020B0604020202020204"/>
            </a:endParaRPr>
          </a:p>
          <a:p>
            <a:pPr marL="1727835" lvl="3" indent="-215900">
              <a:spcBef>
                <a:spcPts val="565"/>
              </a:spcBef>
              <a:buClr>
                <a:srgbClr val="FFFFFF"/>
              </a:buClr>
              <a:buSzPct val="75000"/>
              <a:buFont typeface="Symbol" panose="05050102010706020507" charset="2"/>
              <a:buChar char=""/>
            </a:pPr>
            <a:r>
              <a:rPr lang="en-US" sz="2000" b="0" strike="noStrike" spc="-1">
                <a:latin typeface="Arial" panose="020B0604020202020204"/>
              </a:rPr>
              <a:t>Fourth Outline Level</a:t>
            </a:r>
            <a:endParaRPr lang="en-US" sz="2000" b="0" strike="noStrike" spc="-1">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Fifth Outline Level</a:t>
            </a:r>
            <a:endParaRPr lang="en-US" sz="2000" b="0" strike="noStrike" spc="-1">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Sixth Outline Level</a:t>
            </a:r>
            <a:endParaRPr lang="en-US" sz="2000" b="0" strike="noStrike" spc="-1">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Seventh Outline Level</a:t>
            </a:r>
            <a:endParaRPr lang="en-US"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8" name="Freeform 87"/>
          <p:cNvSpPr/>
          <p:nvPr/>
        </p:nvSpPr>
        <p:spPr>
          <a:xfrm>
            <a:off x="20880" y="607320"/>
            <a:ext cx="6116400" cy="14400"/>
          </a:xfrm>
          <a:custGeom>
            <a:avLst/>
            <a:gdLst/>
            <a:ahLst/>
            <a:cxn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srgbClr val="FFFFFF"/>
          </a:lnRef>
          <a:fillRef idx="0">
            <a:srgbClr val="FFFFFF"/>
          </a:fillRef>
          <a:effectRef idx="0">
            <a:srgbClr val="FFFFFF"/>
          </a:effectRef>
          <a:fontRef idx="minor"/>
        </p:style>
      </p:sp>
      <p:sp>
        <p:nvSpPr>
          <p:cNvPr id="89" name="Freeform 88"/>
          <p:cNvSpPr/>
          <p:nvPr/>
        </p:nvSpPr>
        <p:spPr>
          <a:xfrm>
            <a:off x="4430520" y="840960"/>
            <a:ext cx="5670360" cy="3600"/>
          </a:xfrm>
          <a:custGeom>
            <a:avLst/>
            <a:gdLst/>
            <a:ahLst/>
            <a:cxnLst/>
            <a:rect l="l" t="t" r="r" b="b"/>
            <a:pathLst>
              <a:path w="16212343" h="21600">
                <a:moveTo>
                  <a:pt x="10800" y="0"/>
                </a:moveTo>
                <a:arcTo wR="10800" hR="10800" stAng="16200000" swAng="-5400000"/>
                <a:lnTo>
                  <a:pt x="0" y="10800"/>
                </a:lnTo>
                <a:arcTo wR="10800" hR="10800" stAng="10800000" swAng="-5400000"/>
                <a:lnTo>
                  <a:pt x="16201543" y="21600"/>
                </a:lnTo>
                <a:arcTo wR="16179943" hR="10800" stAng="5400000" swAng="5400000"/>
                <a:lnTo>
                  <a:pt x="21600" y="10800"/>
                </a:lnTo>
                <a:arcTo wR="16179943" hR="10800" stAng="10800000" swAng="5400000"/>
                <a:close/>
              </a:path>
            </a:pathLst>
          </a:custGeom>
          <a:gradFill rotWithShape="0">
            <a:gsLst>
              <a:gs pos="0">
                <a:srgbClr val="333333"/>
              </a:gs>
              <a:gs pos="100000">
                <a:srgbClr val="CCCCCC"/>
              </a:gs>
            </a:gsLst>
            <a:lin ang="0"/>
          </a:gradFill>
          <a:ln w="0">
            <a:noFill/>
          </a:ln>
        </p:spPr>
        <p:style>
          <a:lnRef idx="0">
            <a:srgbClr val="FFFFFF"/>
          </a:lnRef>
          <a:fillRef idx="0">
            <a:srgbClr val="FFFFFF"/>
          </a:fillRef>
          <a:effectRef idx="0">
            <a:srgbClr val="FFFFFF"/>
          </a:effectRef>
          <a:fontRef idx="minor"/>
        </p:style>
      </p:sp>
      <p:sp>
        <p:nvSpPr>
          <p:cNvPr id="90" name="Freeform 89"/>
          <p:cNvSpPr/>
          <p:nvPr/>
        </p:nvSpPr>
        <p:spPr>
          <a:xfrm>
            <a:off x="9819720" y="474480"/>
            <a:ext cx="3600" cy="489600"/>
          </a:xfrm>
          <a:custGeom>
            <a:avLst/>
            <a:gdLst/>
            <a:ahLst/>
            <a:cxnLst/>
            <a:rect l="l" t="t" r="r" b="b"/>
            <a:pathLst>
              <a:path w="21600" h="1410171">
                <a:moveTo>
                  <a:pt x="10800" y="0"/>
                </a:moveTo>
                <a:arcTo wR="10800" hR="10800" stAng="16200000" swAng="-5400000"/>
                <a:lnTo>
                  <a:pt x="0" y="1399371"/>
                </a:lnTo>
                <a:arcTo wR="10800" hR="1377771" stAng="10800000" swAng="5400000"/>
                <a:lnTo>
                  <a:pt x="10800" y="21600"/>
                </a:lnTo>
                <a:arcTo wR="10800" hR="1377771"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91" name="Freeform 90"/>
          <p:cNvSpPr/>
          <p:nvPr/>
        </p:nvSpPr>
        <p:spPr>
          <a:xfrm>
            <a:off x="1900800" y="5204880"/>
            <a:ext cx="7461720" cy="3600"/>
          </a:xfrm>
          <a:custGeom>
            <a:avLst/>
            <a:gdLst/>
            <a:ahLst/>
            <a:cxnLst/>
            <a:rect l="l" t="t" r="r" b="b"/>
            <a:pathLst>
              <a:path w="21330514" h="21600">
                <a:moveTo>
                  <a:pt x="10800" y="0"/>
                </a:moveTo>
                <a:arcTo wR="10800" hR="10800" stAng="16200000" swAng="-5400000"/>
                <a:lnTo>
                  <a:pt x="0" y="10800"/>
                </a:lnTo>
                <a:arcTo wR="10800" hR="10800" stAng="10800000" swAng="-5400000"/>
                <a:lnTo>
                  <a:pt x="21319714" y="21600"/>
                </a:lnTo>
                <a:arcTo wR="21298114" hR="10800" stAng="5400000" swAng="5400000"/>
                <a:lnTo>
                  <a:pt x="21600" y="10800"/>
                </a:lnTo>
                <a:arcTo wR="21298114" hR="10800" stAng="10800000" swAng="5400000"/>
                <a:close/>
              </a:path>
            </a:pathLst>
          </a:custGeom>
          <a:gradFill rotWithShape="0">
            <a:gsLst>
              <a:gs pos="0">
                <a:srgbClr val="333333"/>
              </a:gs>
              <a:gs pos="100000">
                <a:srgbClr val="CCCCCC"/>
              </a:gs>
            </a:gsLst>
            <a:lin ang="0"/>
          </a:gradFill>
          <a:ln w="0">
            <a:noFill/>
          </a:ln>
        </p:spPr>
        <p:style>
          <a:lnRef idx="0">
            <a:srgbClr val="FFFFFF"/>
          </a:lnRef>
          <a:fillRef idx="0">
            <a:srgbClr val="FFFFFF"/>
          </a:fillRef>
          <a:effectRef idx="0">
            <a:srgbClr val="FFFFFF"/>
          </a:effectRef>
          <a:fontRef idx="minor"/>
        </p:style>
      </p:sp>
      <p:sp>
        <p:nvSpPr>
          <p:cNvPr id="92" name="Freeform 91"/>
          <p:cNvSpPr/>
          <p:nvPr/>
        </p:nvSpPr>
        <p:spPr>
          <a:xfrm>
            <a:off x="9259920" y="4917240"/>
            <a:ext cx="3600" cy="345960"/>
          </a:xfrm>
          <a:custGeom>
            <a:avLst/>
            <a:gdLst/>
            <a:ahLst/>
            <a:cxnLst/>
            <a:rect l="l" t="t" r="r" b="b"/>
            <a:pathLst>
              <a:path w="21600" h="999771">
                <a:moveTo>
                  <a:pt x="10800" y="0"/>
                </a:moveTo>
                <a:arcTo wR="10800" hR="10800" stAng="16200000" swAng="-5400000"/>
                <a:lnTo>
                  <a:pt x="0" y="988971"/>
                </a:lnTo>
                <a:arcTo wR="10800" hR="967371" stAng="10800000" swAng="5400000"/>
                <a:lnTo>
                  <a:pt x="10800" y="21600"/>
                </a:lnTo>
                <a:arcTo wR="10800" hR="967371"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93" name="PlaceHolder 1"/>
          <p:cNvSpPr>
            <a:spLocks noGrp="1"/>
          </p:cNvSpPr>
          <p:nvPr>
            <p:ph type="ftr" idx="4"/>
          </p:nvPr>
        </p:nvSpPr>
        <p:spPr>
          <a:xfrm>
            <a:off x="2520000" y="5256000"/>
            <a:ext cx="4676400" cy="406800"/>
          </a:xfrm>
          <a:prstGeom prst="rect">
            <a:avLst/>
          </a:prstGeom>
          <a:noFill/>
          <a:ln w="0">
            <a:noFill/>
          </a:ln>
        </p:spPr>
        <p:txBody>
          <a:bodyPr lIns="0" tIns="0" rIns="0" bIns="0" anchor="t">
            <a:noAutofit/>
          </a:bodyPr>
          <a:lstStyle>
            <a:lvl1pPr algn="ctr">
              <a:lnSpc>
                <a:spcPct val="100000"/>
              </a:lnSpc>
              <a:buNone/>
              <a:defRPr lang="en-US" sz="1400" b="0" strike="noStrike" spc="-1">
                <a:latin typeface="Arial" panose="020B0604020202020204"/>
              </a:defRPr>
            </a:lvl1pPr>
          </a:lstStyle>
          <a:p>
            <a:pPr algn="ctr">
              <a:lnSpc>
                <a:spcPct val="100000"/>
              </a:lnSpc>
              <a:buNone/>
            </a:pPr>
            <a:r>
              <a:rPr lang="en-US" sz="1400" b="0" strike="noStrike" spc="-1">
                <a:latin typeface="Arial" panose="020B0604020202020204"/>
              </a:rPr>
              <a:t>&lt;footer&gt;</a:t>
            </a:r>
            <a:endParaRPr lang="en-US" sz="1400" b="0" strike="noStrike" spc="-1">
              <a:latin typeface="Times New Roman" panose="02020603050405020304"/>
            </a:endParaRPr>
          </a:p>
        </p:txBody>
      </p:sp>
      <p:sp>
        <p:nvSpPr>
          <p:cNvPr id="94" name="PlaceHolder 2"/>
          <p:cNvSpPr>
            <a:spLocks noGrp="1"/>
          </p:cNvSpPr>
          <p:nvPr>
            <p:ph type="sldNum" idx="5"/>
          </p:nvPr>
        </p:nvSpPr>
        <p:spPr>
          <a:xfrm>
            <a:off x="7560000" y="5256000"/>
            <a:ext cx="1616400" cy="406800"/>
          </a:xfrm>
          <a:prstGeom prst="rect">
            <a:avLst/>
          </a:prstGeom>
          <a:noFill/>
          <a:ln w="0">
            <a:noFill/>
          </a:ln>
        </p:spPr>
        <p:txBody>
          <a:bodyPr lIns="0" tIns="0" rIns="0" bIns="0" anchor="t">
            <a:noAutofit/>
          </a:bodyPr>
          <a:lstStyle>
            <a:lvl1pPr algn="r">
              <a:lnSpc>
                <a:spcPct val="100000"/>
              </a:lnSpc>
              <a:buNone/>
              <a:defRPr lang="en-US" sz="1400" b="0" strike="noStrike" spc="-1">
                <a:latin typeface="Arial" panose="020B0604020202020204"/>
              </a:defRPr>
            </a:lvl1pPr>
          </a:lstStyle>
          <a:p>
            <a:pPr algn="r">
              <a:lnSpc>
                <a:spcPct val="100000"/>
              </a:lnSpc>
              <a:buNone/>
            </a:pPr>
            <a:fld id="{2BD436EE-C0B5-426F-AD85-46817199D735}" type="slidenum">
              <a:rPr lang="en-US" sz="1400" b="0" strike="noStrike" spc="-1">
                <a:latin typeface="Arial" panose="020B0604020202020204"/>
              </a:rPr>
            </a:fld>
            <a:endParaRPr lang="en-US" sz="1400" b="0" strike="noStrike" spc="-1">
              <a:latin typeface="Times New Roman" panose="02020603050405020304"/>
            </a:endParaRPr>
          </a:p>
        </p:txBody>
      </p:sp>
      <p:sp>
        <p:nvSpPr>
          <p:cNvPr id="95" name="PlaceHolder 3"/>
          <p:cNvSpPr>
            <a:spLocks noGrp="1"/>
          </p:cNvSpPr>
          <p:nvPr>
            <p:ph type="dt" idx="6"/>
          </p:nvPr>
        </p:nvSpPr>
        <p:spPr>
          <a:xfrm>
            <a:off x="504000" y="5256000"/>
            <a:ext cx="1652400" cy="406800"/>
          </a:xfrm>
          <a:prstGeom prst="rect">
            <a:avLst/>
          </a:prstGeom>
          <a:noFill/>
          <a:ln w="0">
            <a:noFill/>
          </a:ln>
        </p:spPr>
        <p:txBody>
          <a:bodyPr lIns="0" tIns="0" rIns="0" bIns="0" anchor="t">
            <a:noAutofit/>
          </a:bodyPr>
          <a:lstStyle>
            <a:lvl1pPr>
              <a:defRPr lang="en-US" sz="1400" b="0" strike="noStrike" spc="-1">
                <a:latin typeface="Times New Roman" panose="02020603050405020304"/>
              </a:defRPr>
            </a:lvl1pPr>
          </a:lstStyle>
          <a:p>
            <a:r>
              <a:rPr lang="en-US" sz="1400" b="0" strike="noStrike" spc="-1">
                <a:latin typeface="Times New Roman" panose="02020603050405020304"/>
              </a:rPr>
              <a:t>&lt;date/time&gt;</a:t>
            </a:r>
            <a:endParaRPr lang="en-US" sz="1400" b="0" strike="noStrike" spc="-1">
              <a:latin typeface="Times New Roman" panose="02020603050405020304"/>
            </a:endParaRPr>
          </a:p>
        </p:txBody>
      </p:sp>
      <p:sp>
        <p:nvSpPr>
          <p:cNvPr id="96"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r>
              <a:rPr lang="en-US" sz="4400" b="0" strike="noStrike" spc="-1">
                <a:latin typeface="Arial" panose="020B0604020202020204"/>
              </a:rPr>
              <a:t>Click to edit the title text format</a:t>
            </a:r>
            <a:endParaRPr lang="en-US" sz="4400" b="0" strike="noStrike" spc="-1">
              <a:latin typeface="Arial" panose="020B0604020202020204"/>
            </a:endParaRPr>
          </a:p>
        </p:txBody>
      </p:sp>
      <p:sp>
        <p:nvSpPr>
          <p:cNvPr id="97"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en-US" sz="3200" b="0" strike="noStrike" spc="-1">
                <a:latin typeface="Arial" panose="020B0604020202020204"/>
              </a:rPr>
              <a:t>Click to edit the outline text format</a:t>
            </a:r>
            <a:endParaRPr lang="en-US" sz="3200" b="0" strike="noStrike" spc="-1">
              <a:latin typeface="Arial" panose="020B0604020202020204"/>
            </a:endParaRPr>
          </a:p>
          <a:p>
            <a:pPr marL="864235" lvl="1" indent="-323850">
              <a:spcBef>
                <a:spcPts val="1135"/>
              </a:spcBef>
              <a:buClr>
                <a:srgbClr val="FFFFFF"/>
              </a:buClr>
              <a:buSzPct val="75000"/>
              <a:buFont typeface="Symbol" panose="05050102010706020507" charset="2"/>
              <a:buChar char=""/>
            </a:pPr>
            <a:r>
              <a:rPr lang="en-US" sz="2800" b="0" strike="noStrike" spc="-1">
                <a:latin typeface="Arial" panose="020B0604020202020204"/>
              </a:rPr>
              <a:t>Second Outline Level</a:t>
            </a:r>
            <a:endParaRPr lang="en-US" sz="2800" b="0" strike="noStrike" spc="-1">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en-US" sz="2400" b="0" strike="noStrike" spc="-1">
                <a:latin typeface="Arial" panose="020B0604020202020204"/>
              </a:rPr>
              <a:t>Third Outline Level</a:t>
            </a:r>
            <a:endParaRPr lang="en-US" sz="2400" b="0" strike="noStrike" spc="-1">
              <a:latin typeface="Arial" panose="020B0604020202020204"/>
            </a:endParaRPr>
          </a:p>
          <a:p>
            <a:pPr marL="1727835" lvl="3" indent="-215900">
              <a:spcBef>
                <a:spcPts val="565"/>
              </a:spcBef>
              <a:buClr>
                <a:srgbClr val="FFFFFF"/>
              </a:buClr>
              <a:buSzPct val="75000"/>
              <a:buFont typeface="Symbol" panose="05050102010706020507" charset="2"/>
              <a:buChar char=""/>
            </a:pPr>
            <a:r>
              <a:rPr lang="en-US" sz="2000" b="0" strike="noStrike" spc="-1">
                <a:latin typeface="Arial" panose="020B0604020202020204"/>
              </a:rPr>
              <a:t>Fourth Outline Level</a:t>
            </a:r>
            <a:endParaRPr lang="en-US" sz="2000" b="0" strike="noStrike" spc="-1">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Fifth Outline Level</a:t>
            </a:r>
            <a:endParaRPr lang="en-US" sz="2000" b="0" strike="noStrike" spc="-1">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Sixth Outline Level</a:t>
            </a:r>
            <a:endParaRPr lang="en-US" sz="2000" b="0" strike="noStrike" spc="-1">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Seventh Outline Level</a:t>
            </a:r>
            <a:endParaRPr lang="en-US"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4" name="Freeform 133"/>
          <p:cNvSpPr/>
          <p:nvPr/>
        </p:nvSpPr>
        <p:spPr>
          <a:xfrm>
            <a:off x="20880" y="607320"/>
            <a:ext cx="6116400" cy="14400"/>
          </a:xfrm>
          <a:custGeom>
            <a:avLst/>
            <a:gdLst/>
            <a:ahLst/>
            <a:cxnLst/>
            <a:rect l="l" t="t" r="r" b="b"/>
            <a:pathLst>
              <a:path w="7200424" h="21600">
                <a:moveTo>
                  <a:pt x="10800" y="0"/>
                </a:moveTo>
                <a:arcTo wR="10800" hR="10800" stAng="16200000" swAng="-5400000"/>
                <a:lnTo>
                  <a:pt x="0" y="10800"/>
                </a:lnTo>
                <a:arcTo wR="10800" hR="10800" stAng="10800000" swAng="-5400000"/>
                <a:lnTo>
                  <a:pt x="7189624" y="21600"/>
                </a:lnTo>
                <a:arcTo wR="7168024" hR="10800" stAng="5400000" swAng="5400000"/>
                <a:lnTo>
                  <a:pt x="21600" y="10800"/>
                </a:lnTo>
                <a:arcTo wR="7168024" hR="10800" stAng="10800000" swAng="5400000"/>
                <a:close/>
              </a:path>
            </a:pathLst>
          </a:custGeom>
          <a:gradFill rotWithShape="0">
            <a:gsLst>
              <a:gs pos="0">
                <a:srgbClr val="CCCCCC"/>
              </a:gs>
              <a:gs pos="100000">
                <a:srgbClr val="333333"/>
              </a:gs>
            </a:gsLst>
            <a:lin ang="0"/>
          </a:gradFill>
          <a:ln w="10800">
            <a:noFill/>
          </a:ln>
        </p:spPr>
        <p:style>
          <a:lnRef idx="0">
            <a:srgbClr val="FFFFFF"/>
          </a:lnRef>
          <a:fillRef idx="0">
            <a:srgbClr val="FFFFFF"/>
          </a:fillRef>
          <a:effectRef idx="0">
            <a:srgbClr val="FFFFFF"/>
          </a:effectRef>
          <a:fontRef idx="minor"/>
        </p:style>
      </p:sp>
      <p:sp>
        <p:nvSpPr>
          <p:cNvPr id="135" name="Freeform 134"/>
          <p:cNvSpPr/>
          <p:nvPr/>
        </p:nvSpPr>
        <p:spPr>
          <a:xfrm>
            <a:off x="4430520" y="840960"/>
            <a:ext cx="5670360" cy="3600"/>
          </a:xfrm>
          <a:custGeom>
            <a:avLst/>
            <a:gdLst/>
            <a:ahLst/>
            <a:cxnLst/>
            <a:rect l="l" t="t" r="r" b="b"/>
            <a:pathLst>
              <a:path w="16212343" h="21600">
                <a:moveTo>
                  <a:pt x="10800" y="0"/>
                </a:moveTo>
                <a:arcTo wR="10800" hR="10800" stAng="16200000" swAng="-5400000"/>
                <a:lnTo>
                  <a:pt x="0" y="10800"/>
                </a:lnTo>
                <a:arcTo wR="10800" hR="10800" stAng="10800000" swAng="-5400000"/>
                <a:lnTo>
                  <a:pt x="16201543" y="21600"/>
                </a:lnTo>
                <a:arcTo wR="16179943" hR="10800" stAng="5400000" swAng="5400000"/>
                <a:lnTo>
                  <a:pt x="21600" y="10800"/>
                </a:lnTo>
                <a:arcTo wR="16179943" hR="10800" stAng="10800000" swAng="5400000"/>
                <a:close/>
              </a:path>
            </a:pathLst>
          </a:custGeom>
          <a:gradFill rotWithShape="0">
            <a:gsLst>
              <a:gs pos="0">
                <a:srgbClr val="333333"/>
              </a:gs>
              <a:gs pos="100000">
                <a:srgbClr val="CCCCCC"/>
              </a:gs>
            </a:gsLst>
            <a:lin ang="0"/>
          </a:gradFill>
          <a:ln w="0">
            <a:noFill/>
          </a:ln>
        </p:spPr>
        <p:style>
          <a:lnRef idx="0">
            <a:srgbClr val="FFFFFF"/>
          </a:lnRef>
          <a:fillRef idx="0">
            <a:srgbClr val="FFFFFF"/>
          </a:fillRef>
          <a:effectRef idx="0">
            <a:srgbClr val="FFFFFF"/>
          </a:effectRef>
          <a:fontRef idx="minor"/>
        </p:style>
      </p:sp>
      <p:sp>
        <p:nvSpPr>
          <p:cNvPr id="136" name="Freeform 135"/>
          <p:cNvSpPr/>
          <p:nvPr/>
        </p:nvSpPr>
        <p:spPr>
          <a:xfrm>
            <a:off x="9819720" y="474480"/>
            <a:ext cx="3600" cy="489600"/>
          </a:xfrm>
          <a:custGeom>
            <a:avLst/>
            <a:gdLst/>
            <a:ahLst/>
            <a:cxnLst/>
            <a:rect l="l" t="t" r="r" b="b"/>
            <a:pathLst>
              <a:path w="21600" h="1410171">
                <a:moveTo>
                  <a:pt x="10800" y="0"/>
                </a:moveTo>
                <a:arcTo wR="10800" hR="10800" stAng="16200000" swAng="-5400000"/>
                <a:lnTo>
                  <a:pt x="0" y="1399371"/>
                </a:lnTo>
                <a:arcTo wR="10800" hR="1377771" stAng="10800000" swAng="5400000"/>
                <a:lnTo>
                  <a:pt x="10800" y="21600"/>
                </a:lnTo>
                <a:arcTo wR="10800" hR="1377771"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137" name="Freeform 136"/>
          <p:cNvSpPr/>
          <p:nvPr/>
        </p:nvSpPr>
        <p:spPr>
          <a:xfrm>
            <a:off x="1900800" y="5204880"/>
            <a:ext cx="7461720" cy="3600"/>
          </a:xfrm>
          <a:custGeom>
            <a:avLst/>
            <a:gdLst/>
            <a:ahLst/>
            <a:cxnLst/>
            <a:rect l="l" t="t" r="r" b="b"/>
            <a:pathLst>
              <a:path w="21330514" h="21600">
                <a:moveTo>
                  <a:pt x="10800" y="0"/>
                </a:moveTo>
                <a:arcTo wR="10800" hR="10800" stAng="16200000" swAng="-5400000"/>
                <a:lnTo>
                  <a:pt x="0" y="10800"/>
                </a:lnTo>
                <a:arcTo wR="10800" hR="10800" stAng="10800000" swAng="-5400000"/>
                <a:lnTo>
                  <a:pt x="21319714" y="21600"/>
                </a:lnTo>
                <a:arcTo wR="21298114" hR="10800" stAng="5400000" swAng="5400000"/>
                <a:lnTo>
                  <a:pt x="21600" y="10800"/>
                </a:lnTo>
                <a:arcTo wR="21298114" hR="10800" stAng="10800000" swAng="5400000"/>
                <a:close/>
              </a:path>
            </a:pathLst>
          </a:custGeom>
          <a:gradFill rotWithShape="0">
            <a:gsLst>
              <a:gs pos="0">
                <a:srgbClr val="333333"/>
              </a:gs>
              <a:gs pos="100000">
                <a:srgbClr val="CCCCCC"/>
              </a:gs>
            </a:gsLst>
            <a:lin ang="0"/>
          </a:gradFill>
          <a:ln w="0">
            <a:noFill/>
          </a:ln>
        </p:spPr>
        <p:style>
          <a:lnRef idx="0">
            <a:srgbClr val="FFFFFF"/>
          </a:lnRef>
          <a:fillRef idx="0">
            <a:srgbClr val="FFFFFF"/>
          </a:fillRef>
          <a:effectRef idx="0">
            <a:srgbClr val="FFFFFF"/>
          </a:effectRef>
          <a:fontRef idx="minor"/>
        </p:style>
      </p:sp>
      <p:sp>
        <p:nvSpPr>
          <p:cNvPr id="138" name="Freeform 137"/>
          <p:cNvSpPr/>
          <p:nvPr/>
        </p:nvSpPr>
        <p:spPr>
          <a:xfrm>
            <a:off x="9259920" y="4917240"/>
            <a:ext cx="3600" cy="345960"/>
          </a:xfrm>
          <a:custGeom>
            <a:avLst/>
            <a:gdLst/>
            <a:ahLst/>
            <a:cxnLst/>
            <a:rect l="l" t="t" r="r" b="b"/>
            <a:pathLst>
              <a:path w="21600" h="999771">
                <a:moveTo>
                  <a:pt x="10800" y="0"/>
                </a:moveTo>
                <a:arcTo wR="10800" hR="10800" stAng="16200000" swAng="-5400000"/>
                <a:lnTo>
                  <a:pt x="0" y="988971"/>
                </a:lnTo>
                <a:arcTo wR="10800" hR="967371" stAng="10800000" swAng="5400000"/>
                <a:lnTo>
                  <a:pt x="10800" y="21600"/>
                </a:lnTo>
                <a:arcTo wR="10800" hR="967371" stAng="16200000" swAng="5400000"/>
                <a:lnTo>
                  <a:pt x="21600" y="10800"/>
                </a:lnTo>
                <a:arcTo wR="10800" hR="10800" stAng="0" swAng="-5400000"/>
                <a:close/>
              </a:path>
            </a:pathLst>
          </a:custGeom>
          <a:solidFill>
            <a:srgbClr val="CCCCCC"/>
          </a:solidFill>
          <a:ln w="10800">
            <a:noFill/>
          </a:ln>
        </p:spPr>
        <p:style>
          <a:lnRef idx="0">
            <a:srgbClr val="FFFFFF"/>
          </a:lnRef>
          <a:fillRef idx="0">
            <a:srgbClr val="FFFFFF"/>
          </a:fillRef>
          <a:effectRef idx="0">
            <a:srgbClr val="FFFFFF"/>
          </a:effectRef>
          <a:fontRef idx="minor"/>
        </p:style>
      </p:sp>
      <p:sp>
        <p:nvSpPr>
          <p:cNvPr id="139" name="PlaceHolder 1"/>
          <p:cNvSpPr>
            <a:spLocks noGrp="1"/>
          </p:cNvSpPr>
          <p:nvPr>
            <p:ph type="ftr" idx="7"/>
          </p:nvPr>
        </p:nvSpPr>
        <p:spPr>
          <a:xfrm>
            <a:off x="2520000" y="5256000"/>
            <a:ext cx="4676400" cy="406800"/>
          </a:xfrm>
          <a:prstGeom prst="rect">
            <a:avLst/>
          </a:prstGeom>
          <a:noFill/>
          <a:ln w="0">
            <a:noFill/>
          </a:ln>
        </p:spPr>
        <p:txBody>
          <a:bodyPr lIns="0" tIns="0" rIns="0" bIns="0" anchor="t">
            <a:noAutofit/>
          </a:bodyPr>
          <a:lstStyle>
            <a:lvl1pPr algn="ctr">
              <a:lnSpc>
                <a:spcPct val="100000"/>
              </a:lnSpc>
              <a:buNone/>
              <a:defRPr lang="en-US" sz="1400" b="0" strike="noStrike" spc="-1">
                <a:latin typeface="Arial" panose="020B0604020202020204"/>
              </a:defRPr>
            </a:lvl1pPr>
          </a:lstStyle>
          <a:p>
            <a:pPr algn="ctr">
              <a:lnSpc>
                <a:spcPct val="100000"/>
              </a:lnSpc>
              <a:buNone/>
            </a:pPr>
            <a:r>
              <a:rPr lang="en-US" sz="1400" b="0" strike="noStrike" spc="-1">
                <a:latin typeface="Arial" panose="020B0604020202020204"/>
              </a:rPr>
              <a:t>&lt;footer&gt;</a:t>
            </a:r>
            <a:endParaRPr lang="en-US" sz="1400" b="0" strike="noStrike" spc="-1">
              <a:latin typeface="Times New Roman" panose="02020603050405020304"/>
            </a:endParaRPr>
          </a:p>
        </p:txBody>
      </p:sp>
      <p:sp>
        <p:nvSpPr>
          <p:cNvPr id="140" name="PlaceHolder 2"/>
          <p:cNvSpPr>
            <a:spLocks noGrp="1"/>
          </p:cNvSpPr>
          <p:nvPr>
            <p:ph type="sldNum" idx="8"/>
          </p:nvPr>
        </p:nvSpPr>
        <p:spPr>
          <a:xfrm>
            <a:off x="7560000" y="5256000"/>
            <a:ext cx="1616400" cy="406800"/>
          </a:xfrm>
          <a:prstGeom prst="rect">
            <a:avLst/>
          </a:prstGeom>
          <a:noFill/>
          <a:ln w="0">
            <a:noFill/>
          </a:ln>
        </p:spPr>
        <p:txBody>
          <a:bodyPr lIns="0" tIns="0" rIns="0" bIns="0" anchor="t">
            <a:noAutofit/>
          </a:bodyPr>
          <a:lstStyle>
            <a:lvl1pPr algn="r">
              <a:lnSpc>
                <a:spcPct val="100000"/>
              </a:lnSpc>
              <a:buNone/>
              <a:defRPr lang="en-US" sz="1400" b="0" strike="noStrike" spc="-1">
                <a:latin typeface="Arial" panose="020B0604020202020204"/>
              </a:defRPr>
            </a:lvl1pPr>
          </a:lstStyle>
          <a:p>
            <a:pPr algn="r">
              <a:lnSpc>
                <a:spcPct val="100000"/>
              </a:lnSpc>
              <a:buNone/>
            </a:pPr>
            <a:fld id="{F9F746BB-DB8E-4EDD-A38E-A0DB07D813B8}" type="slidenum">
              <a:rPr lang="en-US" sz="1400" b="0" strike="noStrike" spc="-1">
                <a:latin typeface="Arial" panose="020B0604020202020204"/>
              </a:rPr>
            </a:fld>
            <a:endParaRPr lang="en-US" sz="1400" b="0" strike="noStrike" spc="-1">
              <a:latin typeface="Times New Roman" panose="02020603050405020304"/>
            </a:endParaRPr>
          </a:p>
        </p:txBody>
      </p:sp>
      <p:sp>
        <p:nvSpPr>
          <p:cNvPr id="141" name="PlaceHolder 3"/>
          <p:cNvSpPr>
            <a:spLocks noGrp="1"/>
          </p:cNvSpPr>
          <p:nvPr>
            <p:ph type="dt" idx="9"/>
          </p:nvPr>
        </p:nvSpPr>
        <p:spPr>
          <a:xfrm>
            <a:off x="504000" y="5256000"/>
            <a:ext cx="1652400" cy="406800"/>
          </a:xfrm>
          <a:prstGeom prst="rect">
            <a:avLst/>
          </a:prstGeom>
          <a:noFill/>
          <a:ln w="0">
            <a:noFill/>
          </a:ln>
        </p:spPr>
        <p:txBody>
          <a:bodyPr lIns="0" tIns="0" rIns="0" bIns="0" anchor="t">
            <a:noAutofit/>
          </a:bodyPr>
          <a:lstStyle>
            <a:lvl1pPr>
              <a:defRPr lang="en-US" sz="1400" b="0" strike="noStrike" spc="-1">
                <a:latin typeface="Times New Roman" panose="02020603050405020304"/>
              </a:defRPr>
            </a:lvl1pPr>
          </a:lstStyle>
          <a:p>
            <a:r>
              <a:rPr lang="en-US" sz="1400" b="0" strike="noStrike" spc="-1">
                <a:latin typeface="Times New Roman" panose="02020603050405020304"/>
              </a:rPr>
              <a:t>&lt;date/time&gt;</a:t>
            </a:r>
            <a:endParaRPr lang="en-US" sz="1400" b="0" strike="noStrike" spc="-1">
              <a:latin typeface="Times New Roman" panose="02020603050405020304"/>
            </a:endParaRPr>
          </a:p>
        </p:txBody>
      </p:sp>
      <p:sp>
        <p:nvSpPr>
          <p:cNvPr id="142"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p>
            <a:pPr algn="ctr">
              <a:buNone/>
            </a:pPr>
            <a:r>
              <a:rPr lang="en-US" sz="4400" b="0" strike="noStrike" spc="-1">
                <a:latin typeface="Arial" panose="020B0604020202020204"/>
              </a:rPr>
              <a:t>Click to edit the title text format</a:t>
            </a:r>
            <a:endParaRPr lang="en-US" sz="4400" b="0" strike="noStrike" spc="-1">
              <a:latin typeface="Arial" panose="020B0604020202020204"/>
            </a:endParaRPr>
          </a:p>
        </p:txBody>
      </p:sp>
      <p:sp>
        <p:nvSpPr>
          <p:cNvPr id="143"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en-US" sz="3200" b="0" strike="noStrike" spc="-1">
                <a:latin typeface="Arial" panose="020B0604020202020204"/>
              </a:rPr>
              <a:t>Click to edit the outline text format</a:t>
            </a:r>
            <a:endParaRPr lang="en-US" sz="3200" b="0" strike="noStrike" spc="-1">
              <a:latin typeface="Arial" panose="020B0604020202020204"/>
            </a:endParaRPr>
          </a:p>
          <a:p>
            <a:pPr marL="864235" lvl="1" indent="-323850">
              <a:spcBef>
                <a:spcPts val="1135"/>
              </a:spcBef>
              <a:buClr>
                <a:srgbClr val="FFFFFF"/>
              </a:buClr>
              <a:buSzPct val="75000"/>
              <a:buFont typeface="Symbol" panose="05050102010706020507" charset="2"/>
              <a:buChar char=""/>
            </a:pPr>
            <a:r>
              <a:rPr lang="en-US" sz="2800" b="0" strike="noStrike" spc="-1">
                <a:latin typeface="Arial" panose="020B0604020202020204"/>
              </a:rPr>
              <a:t>Second Outline Level</a:t>
            </a:r>
            <a:endParaRPr lang="en-US" sz="2800" b="0" strike="noStrike" spc="-1">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en-US" sz="2400" b="0" strike="noStrike" spc="-1">
                <a:latin typeface="Arial" panose="020B0604020202020204"/>
              </a:rPr>
              <a:t>Third Outline Level</a:t>
            </a:r>
            <a:endParaRPr lang="en-US" sz="2400" b="0" strike="noStrike" spc="-1">
              <a:latin typeface="Arial" panose="020B0604020202020204"/>
            </a:endParaRPr>
          </a:p>
          <a:p>
            <a:pPr marL="1727835" lvl="3" indent="-215900">
              <a:spcBef>
                <a:spcPts val="565"/>
              </a:spcBef>
              <a:buClr>
                <a:srgbClr val="FFFFFF"/>
              </a:buClr>
              <a:buSzPct val="75000"/>
              <a:buFont typeface="Symbol" panose="05050102010706020507" charset="2"/>
              <a:buChar char=""/>
            </a:pPr>
            <a:r>
              <a:rPr lang="en-US" sz="2000" b="0" strike="noStrike" spc="-1">
                <a:latin typeface="Arial" panose="020B0604020202020204"/>
              </a:rPr>
              <a:t>Fourth Outline Level</a:t>
            </a:r>
            <a:endParaRPr lang="en-US" sz="2000" b="0" strike="noStrike" spc="-1">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Fifth Outline Level</a:t>
            </a:r>
            <a:endParaRPr lang="en-US" sz="2000" b="0" strike="noStrike" spc="-1">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Sixth Outline Level</a:t>
            </a:r>
            <a:endParaRPr lang="en-US" sz="2000" b="0" strike="noStrike" spc="-1">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en-US" sz="2000" b="0" strike="noStrike" spc="-1">
                <a:latin typeface="Arial" panose="020B0604020202020204"/>
              </a:rPr>
              <a:t>Seventh Outline Level</a:t>
            </a:r>
            <a:endParaRPr lang="en-US" sz="20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228600" y="4093200"/>
            <a:ext cx="10054800" cy="703800"/>
          </a:xfrm>
          <a:prstGeom prst="rect">
            <a:avLst/>
          </a:prstGeom>
          <a:noFill/>
          <a:ln w="0">
            <a:noFill/>
          </a:ln>
        </p:spPr>
        <p:txBody>
          <a:bodyPr lIns="0" tIns="0" rIns="0" bIns="0" anchor="ctr">
            <a:noAutofit/>
          </a:bodyPr>
          <a:p>
            <a:pPr>
              <a:lnSpc>
                <a:spcPct val="100000"/>
              </a:lnSpc>
              <a:buNone/>
            </a:pPr>
            <a:r>
              <a:rPr lang="en-US" sz="3200" b="0" strike="noStrike" spc="-1">
                <a:solidFill>
                  <a:srgbClr val="FFFFFF"/>
                </a:solidFill>
                <a:latin typeface="Times New Roman" panose="02020603050405020304"/>
              </a:rPr>
              <a:t>Razvoj terminal editora sa posebnim osobinama</a:t>
            </a:r>
            <a:endParaRPr lang="en-US" sz="3200" b="0" strike="noStrike" spc="-1">
              <a:latin typeface="Arial" panose="020B0604020202020204"/>
            </a:endParaRPr>
          </a:p>
        </p:txBody>
      </p:sp>
      <p:sp>
        <p:nvSpPr>
          <p:cNvPr id="181" name="Rectangle 180"/>
          <p:cNvSpPr/>
          <p:nvPr/>
        </p:nvSpPr>
        <p:spPr>
          <a:xfrm>
            <a:off x="4114800" y="4915080"/>
            <a:ext cx="5940000" cy="339840"/>
          </a:xfrm>
          <a:prstGeom prst="rect">
            <a:avLst/>
          </a:prstGeom>
          <a:noFill/>
          <a:ln w="1080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en-US" sz="1800" b="0" strike="noStrike" spc="-1">
                <a:solidFill>
                  <a:srgbClr val="FFFFFF"/>
                </a:solidFill>
                <a:latin typeface="Times New Roman" panose="02020603050405020304"/>
                <a:ea typeface="DejaVu Sans" panose="020B0603030804020204"/>
              </a:rPr>
              <a:t>Kandidat: Željko Rašović        Mentor: Dr. Pletl Silvester</a:t>
            </a:r>
            <a:endParaRPr lang="en-US" sz="1800" b="0" strike="noStrike" spc="-1">
              <a:latin typeface="Arial" panose="020B0604020202020204"/>
            </a:endParaRPr>
          </a:p>
        </p:txBody>
      </p:sp>
      <p:sp>
        <p:nvSpPr>
          <p:cNvPr id="182" name="Rectangle 181"/>
          <p:cNvSpPr/>
          <p:nvPr/>
        </p:nvSpPr>
        <p:spPr>
          <a:xfrm>
            <a:off x="1584325" y="3130550"/>
            <a:ext cx="6559550" cy="342265"/>
          </a:xfrm>
          <a:prstGeom prst="rect">
            <a:avLst/>
          </a:prstGeom>
          <a:noFill/>
          <a:ln w="1080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sr-Latn-RS" altLang="en-US" sz="1800" b="0" strike="noStrike" spc="-1">
                <a:solidFill>
                  <a:srgbClr val="FFFFFF"/>
                </a:solidFill>
                <a:latin typeface="Ubuntu Mono"/>
                <a:ea typeface="DejaVu Sans" panose="020B0603030804020204"/>
              </a:rPr>
              <a:t>  </a:t>
            </a:r>
            <a:r>
              <a:rPr lang="en-US" sz="1800" b="0" strike="noStrike" spc="-1">
                <a:solidFill>
                  <a:srgbClr val="FFFFFF"/>
                </a:solidFill>
                <a:latin typeface="Ubuntu Mono"/>
                <a:ea typeface="DejaVu Sans" panose="020B0603030804020204"/>
              </a:rPr>
              <a:t>rwx-terminalni editor teksta otvorenog koda</a:t>
            </a:r>
            <a:endParaRPr lang="en-US" sz="1800" b="0" strike="noStrike" spc="-1">
              <a:latin typeface="Arial" panose="020B0604020202020204"/>
            </a:endParaRPr>
          </a:p>
        </p:txBody>
      </p:sp>
      <p:sp>
        <p:nvSpPr>
          <p:cNvPr id="183" name="Rectangle 182"/>
          <p:cNvSpPr/>
          <p:nvPr/>
        </p:nvSpPr>
        <p:spPr>
          <a:xfrm>
            <a:off x="22320" y="1143000"/>
            <a:ext cx="10055160" cy="19170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rrrrr   rrrrrrrrr  wwwwwww            wwwww           wwwwwww  xxxxxxx      xxxxxxx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r::::rrr:::::::::r  w:::::w          w:::::w         w:::::w    x:::::x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w:::::w        w:::::::w       w:::::w      x:::::x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rr::::::rrrrr::::::r  w:::::w      w:::::::::w     w:::::w        x:::::xx:::::x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r:::::r    w:::::w    w:::::w:::::w   w:::::w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rrrrrrr     w:::::w  w:::::w w:::::w w:::::w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w:::::w:::::w    w:::::w:::::w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w:::::::::w      w:::::::::w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w:::::::w        w:::::::w             x:::::xx:::::x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w:::::w          w:::::w             x:::::x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                      w:::w            w:::w             x:::::x    x:::::x</a:t>
            </a:r>
            <a:endParaRPr lang="en-US" sz="1000" b="0" strike="noStrike" spc="-1">
              <a:latin typeface="Arial" panose="020B0604020202020204"/>
            </a:endParaRPr>
          </a:p>
          <a:p>
            <a:pPr>
              <a:lnSpc>
                <a:spcPct val="100000"/>
              </a:lnSpc>
              <a:buNone/>
            </a:pPr>
            <a:r>
              <a:rPr lang="en-US" sz="1000" b="0" strike="noStrike" spc="-1">
                <a:solidFill>
                  <a:srgbClr val="FFFFFF"/>
                </a:solidFill>
                <a:latin typeface="Ubuntu Mono"/>
                <a:ea typeface="DejaVu Sans" panose="020B0603030804020204"/>
              </a:rPr>
              <a:t>                  </a:t>
            </a:r>
            <a:r>
              <a:rPr lang="sr-Latn-RS" altLang="en-US" sz="1000" b="0" strike="noStrike" spc="-1">
                <a:solidFill>
                  <a:srgbClr val="FFFFFF"/>
                </a:solidFill>
                <a:latin typeface="Ubuntu Mono"/>
                <a:ea typeface="DejaVu Sans" panose="020B0603030804020204"/>
              </a:rPr>
              <a:t>    </a:t>
            </a:r>
            <a:r>
              <a:rPr lang="en-US" sz="1000" b="0" strike="noStrike" spc="-1">
                <a:solidFill>
                  <a:srgbClr val="FFFFFF"/>
                </a:solidFill>
                <a:latin typeface="Ubuntu Mono"/>
                <a:ea typeface="DejaVu Sans" panose="020B0603030804020204"/>
              </a:rPr>
              <a:t>rrr</a:t>
            </a:r>
            <a:r>
              <a:rPr lang="sr-Latn-RS" altLang="en-US" sz="1000" b="0" strike="noStrike" spc="-1">
                <a:solidFill>
                  <a:srgbClr val="FFFFFF"/>
                </a:solidFill>
                <a:latin typeface="Ubuntu Mono"/>
                <a:ea typeface="DejaVu Sans" panose="020B0603030804020204"/>
              </a:rPr>
              <a:t>r</a:t>
            </a:r>
            <a:r>
              <a:rPr lang="en-US" sz="1000" b="0" strike="noStrike" spc="-1">
                <a:solidFill>
                  <a:srgbClr val="FFFFFF"/>
                </a:solidFill>
                <a:latin typeface="Ubuntu Mono"/>
                <a:ea typeface="DejaVu Sans" panose="020B0603030804020204"/>
              </a:rPr>
              <a:t>rrr                       www              www             xxxxxxx      xxxxxxx</a:t>
            </a:r>
            <a:endParaRPr lang="en-US" sz="10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Opis problema</a:t>
            </a:r>
            <a:endParaRPr lang="en-US" sz="2800" b="0" strike="noStrike" spc="-1">
              <a:latin typeface="Arial" panose="020B0604020202020204"/>
            </a:endParaRPr>
          </a:p>
        </p:txBody>
      </p:sp>
      <p:sp>
        <p:nvSpPr>
          <p:cNvPr id="185" name="PlaceHolder 2"/>
          <p:cNvSpPr>
            <a:spLocks noGrp="1"/>
          </p:cNvSpPr>
          <p:nvPr>
            <p:ph/>
          </p:nvPr>
        </p:nvSpPr>
        <p:spPr>
          <a:xfrm>
            <a:off x="504000" y="1143000"/>
            <a:ext cx="8636400" cy="2511000"/>
          </a:xfrm>
          <a:prstGeom prst="rect">
            <a:avLst/>
          </a:prstGeom>
          <a:noFill/>
          <a:ln w="0">
            <a:noFill/>
          </a:ln>
        </p:spPr>
        <p:txBody>
          <a:bodyPr lIns="0" tIns="0" rIns="0" bIns="0" anchor="t">
            <a:normAutofit fontScale="85000"/>
          </a:bodyPr>
          <a:p>
            <a:pPr algn="just">
              <a:lnSpc>
                <a:spcPct val="100000"/>
              </a:lnSpc>
              <a:spcBef>
                <a:spcPts val="1415"/>
              </a:spcBef>
              <a:buNone/>
            </a:pPr>
            <a:r>
              <a:rPr lang="en-US" sz="1800" b="0" strike="noStrike" spc="-1">
                <a:solidFill>
                  <a:srgbClr val="FFFFFF"/>
                </a:solidFill>
                <a:latin typeface="Times New Roman" panose="02020603050405020304"/>
              </a:rPr>
              <a:t>Savremeni inženjering softvera suočava se sa trendom konstantnog rasta složenosti i hardverske zahtevnosti razvojnih alata. Moderni editori koda i integrisana razvojna okruženja (engl. IDE) često troše stotine megabajta radne memorije i uvode kompleksne sisteme zavisnosti kroz procese instalacije dodataka (engl. plugins). Ovakav pristup ne samo da usporava rad na slabijim hardverskim konfiguracijama, već i značajno otežava kontrolu nad izvršnim kodom.</a:t>
            </a:r>
            <a:endParaRPr lang="en-US" sz="1800" b="0" strike="noStrike" spc="-1">
              <a:latin typeface="Arial" panose="020B0604020202020204"/>
            </a:endParaRPr>
          </a:p>
          <a:p>
            <a:pPr algn="just">
              <a:lnSpc>
                <a:spcPct val="100000"/>
              </a:lnSpc>
              <a:spcBef>
                <a:spcPts val="1415"/>
              </a:spcBef>
              <a:buNone/>
            </a:pPr>
            <a:r>
              <a:rPr lang="en-US" sz="1800" b="0" strike="noStrike" spc="-1">
                <a:solidFill>
                  <a:srgbClr val="FFFFFF"/>
                </a:solidFill>
                <a:latin typeface="Times New Roman" panose="02020603050405020304"/>
              </a:rPr>
              <a:t>Iz tog razloga javlja se potreba za istraživanjem alternativnih i minimalističkih pristupa u razvoju softvera. Tema ovog rada je bitna jer se bavi optimizacijom performansi i povratkom korenima UNIX filozofije, gde softver treba da radi jednu stvar i da je radi kako treba. Razvojem sopstvenog rešenja postiže se potpuna nezavisnost od ogromnih modernih editora i njihovih softverskih paketa, čime se dobija alat koji je u potpunosti prilagođen specifičnim navikama i radnom toku programera.</a:t>
            </a:r>
            <a:endParaRPr lang="en-US" sz="1800" b="0" strike="noStrike" spc="-1">
              <a:latin typeface="Arial" panose="020B0604020202020204"/>
            </a:endParaRPr>
          </a:p>
        </p:txBody>
      </p:sp>
      <p:pic>
        <p:nvPicPr>
          <p:cNvPr id="186" name="Picture 185"/>
          <p:cNvPicPr/>
          <p:nvPr/>
        </p:nvPicPr>
        <p:blipFill>
          <a:blip r:embed="rId1"/>
          <a:stretch>
            <a:fillRect/>
          </a:stretch>
        </p:blipFill>
        <p:spPr>
          <a:xfrm>
            <a:off x="4800600" y="3886200"/>
            <a:ext cx="2053800" cy="1153440"/>
          </a:xfrm>
          <a:prstGeom prst="rect">
            <a:avLst/>
          </a:prstGeom>
          <a:ln w="10800">
            <a:noFill/>
          </a:ln>
        </p:spPr>
      </p:pic>
      <p:pic>
        <p:nvPicPr>
          <p:cNvPr id="187" name="Picture 186"/>
          <p:cNvPicPr/>
          <p:nvPr/>
        </p:nvPicPr>
        <p:blipFill>
          <a:blip r:embed="rId2"/>
          <a:stretch>
            <a:fillRect/>
          </a:stretch>
        </p:blipFill>
        <p:spPr>
          <a:xfrm>
            <a:off x="7065360" y="3886200"/>
            <a:ext cx="2075040" cy="1165680"/>
          </a:xfrm>
          <a:prstGeom prst="rect">
            <a:avLst/>
          </a:prstGeom>
          <a:ln w="10800">
            <a:noFill/>
          </a:ln>
        </p:spPr>
      </p:pic>
      <p:sp>
        <p:nvSpPr>
          <p:cNvPr id="188" name="Rectangle 187"/>
          <p:cNvSpPr/>
          <p:nvPr/>
        </p:nvSpPr>
        <p:spPr>
          <a:xfrm>
            <a:off x="685800" y="4343400"/>
            <a:ext cx="3425400" cy="342720"/>
          </a:xfrm>
          <a:prstGeom prst="rect">
            <a:avLst/>
          </a:prstGeom>
          <a:noFill/>
          <a:ln w="1080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en-US" sz="1800" b="0" strike="noStrike" spc="-1">
                <a:solidFill>
                  <a:srgbClr val="FFFFFF"/>
                </a:solidFill>
                <a:latin typeface="Times New Roman" panose="02020603050405020304"/>
                <a:ea typeface="DejaVu Sans" panose="020B0603030804020204"/>
              </a:rPr>
              <a:t>https://youtu.be/GC-0tCy4P1U</a:t>
            </a:r>
            <a:endParaRPr lang="en-US" sz="1800" b="0" strike="noStrike" spc="-1">
              <a:latin typeface="Arial" panose="020B0604020202020204"/>
            </a:endParaRPr>
          </a:p>
        </p:txBody>
      </p:sp>
      <p:sp>
        <p:nvSpPr>
          <p:cNvPr id="189" name="Rectangle 188"/>
          <p:cNvSpPr/>
          <p:nvPr/>
        </p:nvSpPr>
        <p:spPr>
          <a:xfrm>
            <a:off x="685800" y="4689720"/>
            <a:ext cx="3426840" cy="339840"/>
          </a:xfrm>
          <a:prstGeom prst="rect">
            <a:avLst/>
          </a:prstGeom>
          <a:noFill/>
          <a:ln w="1080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en-US" sz="1800" b="0" strike="noStrike" spc="-1">
                <a:solidFill>
                  <a:srgbClr val="FFFFFF"/>
                </a:solidFill>
                <a:latin typeface="Times New Roman" panose="02020603050405020304"/>
                <a:ea typeface="DejaVu Sans" panose="020B0603030804020204"/>
              </a:rPr>
              <a:t>https://youtu.be/hxM8QmyZXtg</a:t>
            </a:r>
            <a:endParaRPr lang="en-US" sz="1800" b="0" strike="noStrike" spc="-1">
              <a:latin typeface="Arial" panose="020B0604020202020204"/>
            </a:endParaRPr>
          </a:p>
        </p:txBody>
      </p:sp>
      <p:sp>
        <p:nvSpPr>
          <p:cNvPr id="190" name="Rectangle 189"/>
          <p:cNvSpPr/>
          <p:nvPr/>
        </p:nvSpPr>
        <p:spPr>
          <a:xfrm>
            <a:off x="1371600" y="3886200"/>
            <a:ext cx="1826640" cy="339840"/>
          </a:xfrm>
          <a:prstGeom prst="rect">
            <a:avLst/>
          </a:prstGeom>
          <a:noFill/>
          <a:ln w="1080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en-US" sz="1800" b="1" strike="noStrike" spc="-1">
                <a:solidFill>
                  <a:srgbClr val="FFFFFF"/>
                </a:solidFill>
                <a:latin typeface="Times New Roman" panose="02020603050405020304"/>
                <a:ea typeface="DejaVu Sans" panose="020B0603030804020204"/>
              </a:rPr>
              <a:t>Casey Muratori</a:t>
            </a:r>
            <a:endParaRPr lang="en-US" sz="1800" b="0" strike="noStrike" spc="-1">
              <a:latin typeface="Arial" panose="020B0604020202020204"/>
            </a:endParaRPr>
          </a:p>
        </p:txBody>
      </p:sp>
      <p:sp>
        <p:nvSpPr>
          <p:cNvPr id="4" name="PlaceHolder 3"/>
          <p:cNvSpPr>
            <a:spLocks noGrp="1"/>
          </p:cNvSpPr>
          <p:nvPr>
            <p:ph type="sldNum" idx="2"/>
          </p:nvPr>
        </p:nvSpPr>
        <p:spPr/>
        <p:txBody>
          <a:bodyPr/>
          <a:p>
            <a:fld id="{59601C2B-E858-4845-A1D4-2F185FBFE02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Analiza i komparativni prikaz postojećih terminalskih editora</a:t>
            </a:r>
            <a:endParaRPr lang="en-US" sz="2800" b="0" strike="noStrike" spc="-1">
              <a:latin typeface="Arial" panose="020B0604020202020204"/>
            </a:endParaRPr>
          </a:p>
        </p:txBody>
      </p:sp>
      <p:sp>
        <p:nvSpPr>
          <p:cNvPr id="192" name="PlaceHolder 2"/>
          <p:cNvSpPr>
            <a:spLocks noGrp="1"/>
          </p:cNvSpPr>
          <p:nvPr>
            <p:ph/>
          </p:nvPr>
        </p:nvSpPr>
        <p:spPr>
          <a:xfrm>
            <a:off x="504720" y="1143000"/>
            <a:ext cx="8636400" cy="274032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U okviru ovog rada izvršena je detaljna analiza i komparacija srodnih terminalskih tekstualnih editora koji su direktno ili indirektno uticali na razvoj editora rwx.</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Analizirani su sledeći sistemi:</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vi i vim - Industrijski standardi modalnog editovanja. Dok je izvorni vi postavio temelje efikasnog kretanja kroz tekst, vim (Vi IMproved) je uveo bogat ekosistem, napredno konfigurisanje kroz .vimrc fajlove i eksterni skripting jezik (Vimscript).</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neovim - Moderan naslednik vima sa refaktorisanom bazom koda. Karakteriše ga asinhrona arhitektura, ugrađen LSP klijent i korišćenje Lua programskog jezika za konfiguraciju i razvoj dodataka (engl. plugins).</a:t>
            </a:r>
            <a:endParaRPr lang="en-US" sz="1600" b="0" strike="noStrike" spc="-1">
              <a:latin typeface="Arial" panose="020B0604020202020204"/>
            </a:endParaRPr>
          </a:p>
        </p:txBody>
      </p:sp>
      <p:sp>
        <p:nvSpPr>
          <p:cNvPr id="193" name="Rectangle 192"/>
          <p:cNvSpPr/>
          <p:nvPr/>
        </p:nvSpPr>
        <p:spPr>
          <a:xfrm>
            <a:off x="1371600" y="3886200"/>
            <a:ext cx="1734480" cy="339840"/>
          </a:xfrm>
          <a:prstGeom prst="rect">
            <a:avLst/>
          </a:prstGeom>
          <a:noFill/>
          <a:ln w="10800">
            <a:noFill/>
          </a:ln>
        </p:spPr>
        <p:style>
          <a:lnRef idx="0">
            <a:srgbClr val="FFFFFF"/>
          </a:lnRef>
          <a:fillRef idx="0">
            <a:srgbClr val="FFFFFF"/>
          </a:fillRef>
          <a:effectRef idx="0">
            <a:srgbClr val="FFFFFF"/>
          </a:effectRef>
          <a:fontRef idx="minor"/>
        </p:style>
      </p:sp>
      <p:pic>
        <p:nvPicPr>
          <p:cNvPr id="194" name="Picture 193"/>
          <p:cNvPicPr/>
          <p:nvPr/>
        </p:nvPicPr>
        <p:blipFill>
          <a:blip r:embed="rId1"/>
          <a:stretch>
            <a:fillRect/>
          </a:stretch>
        </p:blipFill>
        <p:spPr>
          <a:xfrm>
            <a:off x="6630840" y="3886200"/>
            <a:ext cx="1138680" cy="1140120"/>
          </a:xfrm>
          <a:prstGeom prst="rect">
            <a:avLst/>
          </a:prstGeom>
          <a:ln w="0">
            <a:noFill/>
          </a:ln>
        </p:spPr>
      </p:pic>
      <p:pic>
        <p:nvPicPr>
          <p:cNvPr id="195" name="Picture 194"/>
          <p:cNvPicPr/>
          <p:nvPr/>
        </p:nvPicPr>
        <p:blipFill>
          <a:blip r:embed="rId2"/>
          <a:stretch>
            <a:fillRect/>
          </a:stretch>
        </p:blipFill>
        <p:spPr>
          <a:xfrm>
            <a:off x="8001000" y="3886200"/>
            <a:ext cx="911520" cy="1112040"/>
          </a:xfrm>
          <a:prstGeom prst="rect">
            <a:avLst/>
          </a:prstGeom>
          <a:ln w="0">
            <a:noFill/>
          </a:ln>
        </p:spPr>
      </p:pic>
      <p:sp>
        <p:nvSpPr>
          <p:cNvPr id="4" name="PlaceHolder 3"/>
          <p:cNvSpPr>
            <a:spLocks noGrp="1"/>
          </p:cNvSpPr>
          <p:nvPr>
            <p:ph type="sldNum" idx="5"/>
          </p:nvPr>
        </p:nvSpPr>
        <p:spPr/>
        <p:txBody>
          <a:bodyPr/>
          <a:p>
            <a:fld id="{D2964100-4421-44CA-B746-FFAC2BBEBE18}"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Analiza i komparativni prikaz postojećih terminalskih editora</a:t>
            </a:r>
            <a:endParaRPr lang="en-US" sz="2800" b="0" strike="noStrike" spc="-1">
              <a:latin typeface="Arial" panose="020B0604020202020204"/>
            </a:endParaRPr>
          </a:p>
        </p:txBody>
      </p:sp>
      <p:sp>
        <p:nvSpPr>
          <p:cNvPr id="197" name="PlaceHolder 2"/>
          <p:cNvSpPr>
            <a:spLocks noGrp="1"/>
          </p:cNvSpPr>
          <p:nvPr>
            <p:ph/>
          </p:nvPr>
        </p:nvSpPr>
        <p:spPr>
          <a:xfrm>
            <a:off x="504000" y="1143000"/>
            <a:ext cx="8636400" cy="251172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nano - Predstavnik jednostavnih, nemodalnih editora prilagođenih početnicima. Fokusiran je na brze izmene bez potrebe za učenjem kompleksnih prečica, ali nudi ograničene mogućnosti proširivanja i ograničene napredne opcije manipulacije teksta.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kilo - Edukativni, minimalistički editor napisan u manje od 1000 linija C koda. Iako funkcionalno limitiran, kilo demonstrira kako se manipulacijom terminala u sirovom (engl. raw) režimu može kreirati funkcionalan editor bez eksternih biblioteka.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U cilju jasnijeg sagledavanja arhitektonskih i filozofskih razlika između ovih alata i editora rwx, u sledećim tabelama je dat uporedni pregled njihovih ključnih karakteristika.</a:t>
            </a:r>
            <a:endParaRPr lang="en-US" sz="1600" b="0" strike="noStrike" spc="-1">
              <a:latin typeface="Arial" panose="020B0604020202020204"/>
            </a:endParaRPr>
          </a:p>
        </p:txBody>
      </p:sp>
      <p:sp>
        <p:nvSpPr>
          <p:cNvPr id="198" name="Rectangle 197"/>
          <p:cNvSpPr/>
          <p:nvPr/>
        </p:nvSpPr>
        <p:spPr>
          <a:xfrm>
            <a:off x="685800" y="4343400"/>
            <a:ext cx="3425400" cy="342720"/>
          </a:xfrm>
          <a:prstGeom prst="rect">
            <a:avLst/>
          </a:prstGeom>
          <a:noFill/>
          <a:ln w="10800">
            <a:noFill/>
          </a:ln>
        </p:spPr>
        <p:style>
          <a:lnRef idx="0">
            <a:srgbClr val="FFFFFF"/>
          </a:lnRef>
          <a:fillRef idx="0">
            <a:srgbClr val="FFFFFF"/>
          </a:fillRef>
          <a:effectRef idx="0">
            <a:srgbClr val="FFFFFF"/>
          </a:effectRef>
          <a:fontRef idx="minor"/>
        </p:style>
      </p:sp>
      <p:sp>
        <p:nvSpPr>
          <p:cNvPr id="199" name="Rectangle 198"/>
          <p:cNvSpPr/>
          <p:nvPr/>
        </p:nvSpPr>
        <p:spPr>
          <a:xfrm>
            <a:off x="685800" y="4689720"/>
            <a:ext cx="3159720" cy="339840"/>
          </a:xfrm>
          <a:prstGeom prst="rect">
            <a:avLst/>
          </a:prstGeom>
          <a:noFill/>
          <a:ln w="10800">
            <a:noFill/>
          </a:ln>
        </p:spPr>
        <p:style>
          <a:lnRef idx="0">
            <a:srgbClr val="FFFFFF"/>
          </a:lnRef>
          <a:fillRef idx="0">
            <a:srgbClr val="FFFFFF"/>
          </a:fillRef>
          <a:effectRef idx="0">
            <a:srgbClr val="FFFFFF"/>
          </a:effectRef>
          <a:fontRef idx="minor"/>
        </p:style>
      </p:sp>
      <p:sp>
        <p:nvSpPr>
          <p:cNvPr id="200" name="Rectangle 199"/>
          <p:cNvSpPr/>
          <p:nvPr/>
        </p:nvSpPr>
        <p:spPr>
          <a:xfrm>
            <a:off x="1371600" y="3886200"/>
            <a:ext cx="1734480" cy="339840"/>
          </a:xfrm>
          <a:prstGeom prst="rect">
            <a:avLst/>
          </a:prstGeom>
          <a:noFill/>
          <a:ln w="10800">
            <a:noFill/>
          </a:ln>
        </p:spPr>
        <p:style>
          <a:lnRef idx="0">
            <a:srgbClr val="FFFFFF"/>
          </a:lnRef>
          <a:fillRef idx="0">
            <a:srgbClr val="FFFFFF"/>
          </a:fillRef>
          <a:effectRef idx="0">
            <a:srgbClr val="FFFFFF"/>
          </a:effectRef>
          <a:fontRef idx="minor"/>
        </p:style>
      </p:sp>
      <p:pic>
        <p:nvPicPr>
          <p:cNvPr id="201" name="Picture 200"/>
          <p:cNvPicPr/>
          <p:nvPr/>
        </p:nvPicPr>
        <p:blipFill>
          <a:blip r:embed="rId1"/>
          <a:stretch>
            <a:fillRect/>
          </a:stretch>
        </p:blipFill>
        <p:spPr>
          <a:xfrm>
            <a:off x="6172200" y="3886200"/>
            <a:ext cx="2968920" cy="1062360"/>
          </a:xfrm>
          <a:prstGeom prst="rect">
            <a:avLst/>
          </a:prstGeom>
          <a:ln w="0">
            <a:noFill/>
          </a:ln>
        </p:spPr>
      </p:pic>
      <p:sp>
        <p:nvSpPr>
          <p:cNvPr id="4" name="PlaceHolder 3"/>
          <p:cNvSpPr>
            <a:spLocks noGrp="1"/>
          </p:cNvSpPr>
          <p:nvPr>
            <p:ph type="sldNum" idx="5"/>
          </p:nvPr>
        </p:nvSpPr>
        <p:spPr/>
        <p:txBody>
          <a:bodyPr/>
          <a:p>
            <a:fld id="{08878948-E015-4616-891B-558B3CA85243}"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rwx editor u poređenju sa drugim terminal editorima</a:t>
            </a:r>
            <a:endParaRPr lang="en-US" sz="2800" b="0" strike="noStrike" spc="-1">
              <a:latin typeface="Arial" panose="020B0604020202020204"/>
            </a:endParaRPr>
          </a:p>
        </p:txBody>
      </p:sp>
      <p:graphicFrame>
        <p:nvGraphicFramePr>
          <p:cNvPr id="203" name="Table 202"/>
          <p:cNvGraphicFramePr/>
          <p:nvPr/>
        </p:nvGraphicFramePr>
        <p:xfrm>
          <a:off x="504000" y="1143000"/>
          <a:ext cx="8640000" cy="2608200"/>
        </p:xfrm>
        <a:graphic>
          <a:graphicData uri="http://schemas.openxmlformats.org/drawingml/2006/table">
            <a:tbl>
              <a:tblPr/>
              <a:tblGrid>
                <a:gridCol w="1251360"/>
                <a:gridCol w="7388640"/>
              </a:tblGrid>
              <a:tr h="372960">
                <a:tc>
                  <a:txBody>
                    <a:bodyPr>
                      <a:spAutoFit/>
                    </a:bodyPr>
                    <a:p>
                      <a:pPr algn="ctr">
                        <a:lnSpc>
                          <a:spcPct val="100000"/>
                        </a:lnSpc>
                        <a:buNone/>
                      </a:pPr>
                      <a:r>
                        <a:rPr lang="en-US" sz="1800" b="1" u="sng" strike="noStrike" spc="-1">
                          <a:solidFill>
                            <a:srgbClr val="000000"/>
                          </a:solidFill>
                          <a:uFillTx/>
                          <a:latin typeface="Times New Roman" panose="02020603050405020304"/>
                        </a:rPr>
                        <a:t>Editor</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spAutoFit/>
                    </a:bodyPr>
                    <a:p>
                      <a:pPr algn="ctr">
                        <a:lnSpc>
                          <a:spcPct val="100000"/>
                        </a:lnSpc>
                        <a:buNone/>
                      </a:pPr>
                      <a:r>
                        <a:rPr lang="en-US" sz="1800" b="1" u="sng" strike="noStrike" spc="-1">
                          <a:solidFill>
                            <a:srgbClr val="000000"/>
                          </a:solidFill>
                          <a:uFillTx/>
                          <a:latin typeface="Times New Roman" panose="02020603050405020304"/>
                        </a:rPr>
                        <a:t>Arhitektura baze koda</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rwx</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Minimalistička monolitna (C)</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kilo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Minimalistička (C fajl manji od 1000 LOC)</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nano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Monolitna (C)</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Monolitna (istorijska C baza)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Monolitna (kompleksna C baza)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a:spAutoFit/>
                    </a:bodyPr>
                    <a:p>
                      <a:pPr algn="ctr">
                        <a:lnSpc>
                          <a:spcPct val="100000"/>
                        </a:lnSpc>
                        <a:buNone/>
                      </a:pPr>
                      <a:r>
                        <a:rPr lang="en-US" sz="1600" b="0" strike="noStrike" spc="-1">
                          <a:solidFill>
                            <a:srgbClr val="000000"/>
                          </a:solidFill>
                          <a:latin typeface="Times New Roman" panose="02020603050405020304"/>
                        </a:rPr>
                        <a:t>neovim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Modularna, asinhrona (C i Lua)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C8CF897D-1771-46F2-8EC6-EC9C7FA46459}"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rwx editor u poređenju sa drugim terminal editorima</a:t>
            </a:r>
            <a:endParaRPr lang="en-US" sz="2800" b="0" strike="noStrike" spc="-1">
              <a:latin typeface="Arial" panose="020B0604020202020204"/>
            </a:endParaRPr>
          </a:p>
        </p:txBody>
      </p:sp>
      <p:graphicFrame>
        <p:nvGraphicFramePr>
          <p:cNvPr id="205" name="Table 204"/>
          <p:cNvGraphicFramePr/>
          <p:nvPr/>
        </p:nvGraphicFramePr>
        <p:xfrm>
          <a:off x="504000" y="1143000"/>
          <a:ext cx="8640000" cy="2608200"/>
        </p:xfrm>
        <a:graphic>
          <a:graphicData uri="http://schemas.openxmlformats.org/drawingml/2006/table">
            <a:tbl>
              <a:tblPr/>
              <a:tblGrid>
                <a:gridCol w="1251360"/>
                <a:gridCol w="7388640"/>
              </a:tblGrid>
              <a:tr h="372960">
                <a:tc>
                  <a:txBody>
                    <a:bodyPr>
                      <a:spAutoFit/>
                    </a:bodyPr>
                    <a:p>
                      <a:pPr algn="ctr">
                        <a:lnSpc>
                          <a:spcPct val="100000"/>
                        </a:lnSpc>
                        <a:buNone/>
                      </a:pPr>
                      <a:r>
                        <a:rPr lang="en-US" sz="1800" b="1" u="sng" strike="noStrike" spc="-1">
                          <a:solidFill>
                            <a:srgbClr val="000000"/>
                          </a:solidFill>
                          <a:uFillTx/>
                          <a:latin typeface="Times New Roman" panose="02020603050405020304"/>
                        </a:rPr>
                        <a:t>Editor</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spAutoFit/>
                    </a:bodyPr>
                    <a:p>
                      <a:pPr algn="ctr">
                        <a:lnSpc>
                          <a:spcPct val="100000"/>
                        </a:lnSpc>
                        <a:buNone/>
                      </a:pPr>
                      <a:r>
                        <a:rPr lang="en-US" sz="1800" b="1" u="sng" strike="noStrike" spc="-1">
                          <a:solidFill>
                            <a:srgbClr val="000000"/>
                          </a:solidFill>
                          <a:uFillTx/>
                          <a:latin typeface="Times New Roman" panose="02020603050405020304"/>
                        </a:rPr>
                        <a:t>Način konfigurisanja</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rwx</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Zakrpama ili direktnom modifikacijom izvornog koda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kilo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Direktnom modifikacijom izvornog koda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nano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Eksterni fajl (.nanorc)</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Eksterni fajl (.exrc)</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Eksterni fajl (.vimrc), Vimscript</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a:spAutoFit/>
                    </a:bodyPr>
                    <a:p>
                      <a:pPr algn="ctr">
                        <a:lnSpc>
                          <a:spcPct val="100000"/>
                        </a:lnSpc>
                        <a:buNone/>
                      </a:pPr>
                      <a:r>
                        <a:rPr lang="en-US" sz="1600" b="0" strike="noStrike" spc="-1">
                          <a:solidFill>
                            <a:srgbClr val="000000"/>
                          </a:solidFill>
                          <a:latin typeface="Times New Roman" panose="02020603050405020304"/>
                        </a:rPr>
                        <a:t>neovim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Eksterni fajlovi (Lua i Vimscript)</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FDBE0F92-23A5-4B4A-8783-791C0DC6FD62}"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rwx editor u poređenju sa drugim terminal editorima</a:t>
            </a:r>
            <a:endParaRPr lang="en-US" sz="2800" b="0" strike="noStrike" spc="-1">
              <a:latin typeface="Arial" panose="020B0604020202020204"/>
            </a:endParaRPr>
          </a:p>
        </p:txBody>
      </p:sp>
      <p:graphicFrame>
        <p:nvGraphicFramePr>
          <p:cNvPr id="207" name="Table 206"/>
          <p:cNvGraphicFramePr/>
          <p:nvPr/>
        </p:nvGraphicFramePr>
        <p:xfrm>
          <a:off x="504000" y="1143000"/>
          <a:ext cx="8640000" cy="2608200"/>
        </p:xfrm>
        <a:graphic>
          <a:graphicData uri="http://schemas.openxmlformats.org/drawingml/2006/table">
            <a:tbl>
              <a:tblPr/>
              <a:tblGrid>
                <a:gridCol w="1251360"/>
                <a:gridCol w="7388640"/>
              </a:tblGrid>
              <a:tr h="372960">
                <a:tc>
                  <a:txBody>
                    <a:bodyPr>
                      <a:spAutoFit/>
                    </a:bodyPr>
                    <a:p>
                      <a:pPr algn="ctr">
                        <a:lnSpc>
                          <a:spcPct val="100000"/>
                        </a:lnSpc>
                        <a:buNone/>
                      </a:pPr>
                      <a:r>
                        <a:rPr lang="en-US" sz="1800" b="1" u="sng" strike="noStrike" spc="-1">
                          <a:solidFill>
                            <a:srgbClr val="000000"/>
                          </a:solidFill>
                          <a:uFillTx/>
                          <a:latin typeface="Times New Roman" panose="02020603050405020304"/>
                        </a:rPr>
                        <a:t>Editor</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spAutoFit/>
                    </a:bodyPr>
                    <a:p>
                      <a:pPr algn="ctr">
                        <a:lnSpc>
                          <a:spcPct val="100000"/>
                        </a:lnSpc>
                        <a:buNone/>
                      </a:pPr>
                      <a:r>
                        <a:rPr lang="en-US" sz="1800" b="1" u="sng" strike="noStrike" spc="-1">
                          <a:solidFill>
                            <a:srgbClr val="000000"/>
                          </a:solidFill>
                          <a:uFillTx/>
                          <a:latin typeface="Times New Roman" panose="02020603050405020304"/>
                        </a:rPr>
                        <a:t>Sistemi proširivanja</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rwx</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Mehanizam zakrpa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kilo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Nema (ručne modifikacije izvornog koda)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nano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Nema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Nema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Dinamički plugin ekosistem (Vimscript)</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a:spAutoFit/>
                    </a:bodyPr>
                    <a:p>
                      <a:pPr algn="ctr">
                        <a:lnSpc>
                          <a:spcPct val="100000"/>
                        </a:lnSpc>
                        <a:buNone/>
                      </a:pPr>
                      <a:r>
                        <a:rPr lang="en-US" sz="1600" b="0" strike="noStrike" spc="-1">
                          <a:solidFill>
                            <a:srgbClr val="000000"/>
                          </a:solidFill>
                          <a:latin typeface="Times New Roman" panose="02020603050405020304"/>
                        </a:rPr>
                        <a:t>neovim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Dinamički plugin ekosistem (Lua API)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BDDE97FE-017D-4CA7-B7A0-211DD829181B}"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rwx editor u poređenju sa drugim terminal editorima</a:t>
            </a:r>
            <a:endParaRPr lang="en-US" sz="2800" b="0" strike="noStrike" spc="-1">
              <a:latin typeface="Arial" panose="020B0604020202020204"/>
            </a:endParaRPr>
          </a:p>
        </p:txBody>
      </p:sp>
      <p:graphicFrame>
        <p:nvGraphicFramePr>
          <p:cNvPr id="209" name="Table 208"/>
          <p:cNvGraphicFramePr/>
          <p:nvPr/>
        </p:nvGraphicFramePr>
        <p:xfrm>
          <a:off x="504000" y="1143000"/>
          <a:ext cx="8640000" cy="2608200"/>
        </p:xfrm>
        <a:graphic>
          <a:graphicData uri="http://schemas.openxmlformats.org/drawingml/2006/table">
            <a:tbl>
              <a:tblPr/>
              <a:tblGrid>
                <a:gridCol w="1251360"/>
                <a:gridCol w="7388640"/>
              </a:tblGrid>
              <a:tr h="372960">
                <a:tc>
                  <a:txBody>
                    <a:bodyPr>
                      <a:spAutoFit/>
                    </a:bodyPr>
                    <a:p>
                      <a:pPr algn="ctr">
                        <a:lnSpc>
                          <a:spcPct val="100000"/>
                        </a:lnSpc>
                        <a:buNone/>
                      </a:pPr>
                      <a:r>
                        <a:rPr lang="en-US" sz="1800" b="1" u="sng" strike="noStrike" spc="-1">
                          <a:solidFill>
                            <a:srgbClr val="000000"/>
                          </a:solidFill>
                          <a:uFillTx/>
                          <a:latin typeface="Times New Roman" panose="02020603050405020304"/>
                        </a:rPr>
                        <a:t>Editor</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spAutoFit/>
                    </a:bodyPr>
                    <a:p>
                      <a:pPr algn="ctr">
                        <a:lnSpc>
                          <a:spcPct val="100000"/>
                        </a:lnSpc>
                        <a:buNone/>
                      </a:pPr>
                      <a:r>
                        <a:rPr lang="en-US" sz="1800" b="1" u="sng" strike="noStrike" spc="-1">
                          <a:solidFill>
                            <a:srgbClr val="000000"/>
                          </a:solidFill>
                          <a:uFillTx/>
                          <a:latin typeface="Times New Roman" panose="02020603050405020304"/>
                        </a:rPr>
                        <a:t>Zavisi od</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rwx</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Isključivo standardna C biblioteka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kilo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Isključivo standardna C biblioteka</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nano</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ncurses</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Standardne POSIX biblioteke</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72240">
                <a:tc>
                  <a:txBody>
                    <a:bodyPr>
                      <a:spAutoFit/>
                    </a:bodyPr>
                    <a:p>
                      <a:pPr algn="ctr">
                        <a:lnSpc>
                          <a:spcPct val="100000"/>
                        </a:lnSpc>
                        <a:buNone/>
                      </a:pPr>
                      <a:r>
                        <a:rPr lang="en-US" sz="1600" b="0" strike="noStrike" spc="-1">
                          <a:solidFill>
                            <a:srgbClr val="000000"/>
                          </a:solidFill>
                          <a:latin typeface="Times New Roman" panose="02020603050405020304"/>
                        </a:rPr>
                        <a:t>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Brojne eksterne biblioteke i parseri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74040">
                <a:tc>
                  <a:txBody>
                    <a:bodyPr>
                      <a:spAutoFit/>
                    </a:bodyPr>
                    <a:p>
                      <a:pPr algn="ctr">
                        <a:lnSpc>
                          <a:spcPct val="100000"/>
                        </a:lnSpc>
                        <a:buNone/>
                      </a:pPr>
                      <a:r>
                        <a:rPr lang="en-US" sz="1600" b="0" strike="noStrike" spc="-1">
                          <a:solidFill>
                            <a:srgbClr val="000000"/>
                          </a:solidFill>
                          <a:latin typeface="Times New Roman" panose="02020603050405020304"/>
                        </a:rPr>
                        <a:t>neovim</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Brojne eksterne biblioteke i parseri</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3" name="PlaceHolder 2"/>
          <p:cNvSpPr>
            <a:spLocks noGrp="1"/>
          </p:cNvSpPr>
          <p:nvPr>
            <p:ph type="sldNum" idx="8"/>
          </p:nvPr>
        </p:nvSpPr>
        <p:spPr/>
        <p:txBody>
          <a:bodyPr/>
          <a:p>
            <a:fld id="{2C460BE1-49A7-4D21-9242-53B7E8B6C852}"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Analiza i komparativni prikaz postojećih terminalskih editora</a:t>
            </a:r>
            <a:endParaRPr lang="en-US" sz="2800" b="0" strike="noStrike" spc="-1">
              <a:latin typeface="Arial" panose="020B0604020202020204"/>
            </a:endParaRPr>
          </a:p>
        </p:txBody>
      </p:sp>
      <p:sp>
        <p:nvSpPr>
          <p:cNvPr id="211" name="PlaceHolder 2"/>
          <p:cNvSpPr>
            <a:spLocks noGrp="1"/>
          </p:cNvSpPr>
          <p:nvPr>
            <p:ph/>
          </p:nvPr>
        </p:nvSpPr>
        <p:spPr>
          <a:xfrm>
            <a:off x="504000" y="1143000"/>
            <a:ext cx="8636400" cy="319752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Sa jedne strane imamo programe poput neovima koji teže maksimalnoj proširivosti po cenu kompleksnosti i veličini koda, dok s druge strane imamo edukativne alate poput kilo editora koji su ekstremno minimalni, ali nepraktični za svakodnevni rad. Razvoj editora rwx popunjava prazninu između ove dve krajnosti. Rwx zadržava nultu zavisnost od eksternih biblioteka i čistoću koda po uzoru na kilo, ali implementira robustan i čist mehanizam proširivanja inspirisan suckless filozofijom, omogućavajući korisniku da zadrži potpunu kontrolu nad funkcijama koje editor poseduje.</a:t>
            </a:r>
            <a:endParaRPr lang="en-US" sz="1600" b="0" strike="noStrike" spc="-1">
              <a:latin typeface="Arial" panose="020B0604020202020204"/>
            </a:endParaRPr>
          </a:p>
        </p:txBody>
      </p:sp>
      <p:sp>
        <p:nvSpPr>
          <p:cNvPr id="212" name="Rectangle 211"/>
          <p:cNvSpPr/>
          <p:nvPr/>
        </p:nvSpPr>
        <p:spPr>
          <a:xfrm>
            <a:off x="685800" y="4343400"/>
            <a:ext cx="3425400" cy="342720"/>
          </a:xfrm>
          <a:prstGeom prst="rect">
            <a:avLst/>
          </a:prstGeom>
          <a:noFill/>
          <a:ln w="10800">
            <a:noFill/>
          </a:ln>
        </p:spPr>
        <p:style>
          <a:lnRef idx="0">
            <a:srgbClr val="FFFFFF"/>
          </a:lnRef>
          <a:fillRef idx="0">
            <a:srgbClr val="FFFFFF"/>
          </a:fillRef>
          <a:effectRef idx="0">
            <a:srgbClr val="FFFFFF"/>
          </a:effectRef>
          <a:fontRef idx="minor"/>
        </p:style>
      </p:sp>
      <p:sp>
        <p:nvSpPr>
          <p:cNvPr id="213" name="Rectangle 212"/>
          <p:cNvSpPr/>
          <p:nvPr/>
        </p:nvSpPr>
        <p:spPr>
          <a:xfrm>
            <a:off x="685800" y="4689720"/>
            <a:ext cx="3159720" cy="339840"/>
          </a:xfrm>
          <a:prstGeom prst="rect">
            <a:avLst/>
          </a:prstGeom>
          <a:noFill/>
          <a:ln w="10800">
            <a:noFill/>
          </a:ln>
        </p:spPr>
        <p:style>
          <a:lnRef idx="0">
            <a:srgbClr val="FFFFFF"/>
          </a:lnRef>
          <a:fillRef idx="0">
            <a:srgbClr val="FFFFFF"/>
          </a:fillRef>
          <a:effectRef idx="0">
            <a:srgbClr val="FFFFFF"/>
          </a:effectRef>
          <a:fontRef idx="minor"/>
        </p:style>
      </p:sp>
      <p:sp>
        <p:nvSpPr>
          <p:cNvPr id="214" name="Rectangle 213"/>
          <p:cNvSpPr/>
          <p:nvPr/>
        </p:nvSpPr>
        <p:spPr>
          <a:xfrm>
            <a:off x="1371600" y="3886200"/>
            <a:ext cx="1734480" cy="339840"/>
          </a:xfrm>
          <a:prstGeom prst="rect">
            <a:avLst/>
          </a:prstGeom>
          <a:noFill/>
          <a:ln w="10800">
            <a:noFill/>
          </a:ln>
        </p:spPr>
        <p:style>
          <a:lnRef idx="0">
            <a:srgbClr val="FFFFFF"/>
          </a:lnRef>
          <a:fillRef idx="0">
            <a:srgbClr val="FFFFFF"/>
          </a:fillRef>
          <a:effectRef idx="0">
            <a:srgbClr val="FFFFFF"/>
          </a:effectRef>
          <a:fontRef idx="minor"/>
        </p:style>
      </p:sp>
      <p:sp>
        <p:nvSpPr>
          <p:cNvPr id="4" name="PlaceHolder 3"/>
          <p:cNvSpPr>
            <a:spLocks noGrp="1"/>
          </p:cNvSpPr>
          <p:nvPr>
            <p:ph type="sldNum" idx="5"/>
          </p:nvPr>
        </p:nvSpPr>
        <p:spPr/>
        <p:txBody>
          <a:bodyPr/>
          <a:p>
            <a:fld id="{1D2F3D58-E334-4FAC-ABD8-B5BD68469E0E}"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Suckless filozofija razvoja softvera</a:t>
            </a:r>
            <a:endParaRPr lang="en-US" sz="2800" b="0" strike="noStrike" spc="-1">
              <a:latin typeface="Arial" panose="020B0604020202020204"/>
            </a:endParaRPr>
          </a:p>
        </p:txBody>
      </p:sp>
      <p:sp>
        <p:nvSpPr>
          <p:cNvPr id="216" name="PlaceHolder 2"/>
          <p:cNvSpPr>
            <a:spLocks noGrp="1"/>
          </p:cNvSpPr>
          <p:nvPr>
            <p:ph/>
          </p:nvPr>
        </p:nvSpPr>
        <p:spPr>
          <a:xfrm>
            <a:off x="504000" y="1143000"/>
            <a:ext cx="8636400" cy="319680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Tradicionalni razvoj modernog softvera često pati od fenomena poznatog kao software bloat, gde aplikacije vremenom postaju kompleksne, spore i pretrpane funkcionalnostima koje većina korisnika nikada ne koristi. Kao direktan odgovor na ovaj trend nastala je suckless filozofija, inženjerski pokret koji se zalaže za razvoj naprednog, ekstremno jednostavnog, jasnog i ekonomičnog softvera.Glavni postulati suckless filozofije su:</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Jednostavnost i čitljivost - Kod mora biti napisan tako da ga jedan programer može u potpunosti razumeti i modifikovati.</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Minimalizam - Softver treba da radi samo jednu stvar i da je radi kako treba (UNIX filozofija).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Izbegavanje dinamičke kompleksnosti - Složeni grafički interfejsi i teški apstrakcioni slojevi se odbacuju u korist bazičnih, ali moćnih sistemskih mehanizama.</a:t>
            </a:r>
            <a:endParaRPr lang="en-US" sz="1600" b="0" strike="noStrike" spc="-1">
              <a:latin typeface="Arial" panose="020B0604020202020204"/>
            </a:endParaRPr>
          </a:p>
        </p:txBody>
      </p:sp>
      <p:pic>
        <p:nvPicPr>
          <p:cNvPr id="217" name="Picture 216"/>
          <p:cNvPicPr/>
          <p:nvPr/>
        </p:nvPicPr>
        <p:blipFill>
          <a:blip r:embed="rId1"/>
          <a:stretch>
            <a:fillRect/>
          </a:stretch>
        </p:blipFill>
        <p:spPr>
          <a:xfrm>
            <a:off x="7543800" y="4317840"/>
            <a:ext cx="1596600" cy="707760"/>
          </a:xfrm>
          <a:prstGeom prst="rect">
            <a:avLst/>
          </a:prstGeom>
          <a:ln w="10800">
            <a:noFill/>
          </a:ln>
        </p:spPr>
      </p:pic>
      <p:sp>
        <p:nvSpPr>
          <p:cNvPr id="4" name="PlaceHolder 3"/>
          <p:cNvSpPr>
            <a:spLocks noGrp="1"/>
          </p:cNvSpPr>
          <p:nvPr>
            <p:ph type="sldNum" idx="2"/>
          </p:nvPr>
        </p:nvSpPr>
        <p:spPr/>
        <p:txBody>
          <a:bodyPr/>
          <a:p>
            <a:fld id="{395D6BDE-D63D-46A9-B28C-1395224BD362}"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Konfigurisanje kroz izvorni kod naspram konfiguracionih fajlova</a:t>
            </a:r>
            <a:endParaRPr lang="en-US" sz="2800" b="0" strike="noStrike" spc="-1">
              <a:latin typeface="Arial" panose="020B0604020202020204"/>
            </a:endParaRPr>
          </a:p>
        </p:txBody>
      </p:sp>
      <p:sp>
        <p:nvSpPr>
          <p:cNvPr id="219" name="PlaceHolder 3"/>
          <p:cNvSpPr/>
          <p:nvPr/>
        </p:nvSpPr>
        <p:spPr>
          <a:xfrm>
            <a:off x="507600" y="1143000"/>
            <a:ext cx="8636400" cy="31968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ea typeface="DejaVu Sans" panose="020B0603030804020204"/>
              </a:rPr>
              <a:t>U klasičnim aplikacijama, prilagođavanje korisničkim opcijama se vrši u hodu, parsiranjem eksternih konfiguracionih fajlova, kao što su .json, .yaml, .ini ili namenskih skripti poput .vimrc. Iako je ovaj pristup naizgled komforan za korisnika, on sa sobom nosi ozbiljne arhitektonske nedostatke:</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ea typeface="DejaVu Sans" panose="020B0603030804020204"/>
              </a:rPr>
              <a:t>Kompleksnost koda - Programer mora da napiše i održava podsistem za parsiranje teksta, validaciju sintakse i podsistem za rukovanje greškama u konfiguracionom fajlu.</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ea typeface="DejaVu Sans" panose="020B0603030804020204"/>
              </a:rPr>
              <a:t>Potrošnja resursa - Aplikacija troši CPU cikluse i memoriju pri svakom pokretanju samo da bi učitala i interpretirala korisnička podešavanja.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ea typeface="DejaVu Sans" panose="020B0603030804020204"/>
              </a:rPr>
              <a:t>Skriveno ponašanje - Korisnik često ne zna tačno šta određeni plugin ili konfiguraciona opcija menja u toku rada.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ea typeface="DejaVu Sans" panose="020B0603030804020204"/>
              </a:rPr>
              <a:t>Suckless softver eliminiše ovaj sloj tako što uvodi konfigurisanje preko zakrpa (engl. patches).</a:t>
            </a:r>
            <a:endParaRPr lang="en-US" sz="1600" b="0" strike="noStrike" spc="-1">
              <a:latin typeface="Arial" panose="020B0604020202020204"/>
            </a:endParaRPr>
          </a:p>
        </p:txBody>
      </p:sp>
      <p:sp>
        <p:nvSpPr>
          <p:cNvPr id="3" name="PlaceHolder 2"/>
          <p:cNvSpPr>
            <a:spLocks noGrp="1"/>
          </p:cNvSpPr>
          <p:nvPr>
            <p:ph type="sldNum" idx="2"/>
          </p:nvPr>
        </p:nvSpPr>
        <p:spPr/>
        <p:txBody>
          <a:bodyPr/>
          <a:p>
            <a:fld id="{3B3B5AB1-9739-41D0-85CB-3D4EBF7F13F7}"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Mehanizam zakrpa kao alternativa plugin ekosistemima</a:t>
            </a:r>
            <a:endParaRPr lang="en-US" sz="2800" b="0" strike="noStrike" spc="-1">
              <a:latin typeface="Arial" panose="020B0604020202020204"/>
            </a:endParaRPr>
          </a:p>
        </p:txBody>
      </p:sp>
      <p:sp>
        <p:nvSpPr>
          <p:cNvPr id="221" name="PlaceHolder 2"/>
          <p:cNvSpPr>
            <a:spLocks noGrp="1"/>
          </p:cNvSpPr>
          <p:nvPr>
            <p:ph/>
          </p:nvPr>
        </p:nvSpPr>
        <p:spPr>
          <a:xfrm>
            <a:off x="504000" y="1143000"/>
            <a:ext cx="8636400" cy="342612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Da bi podržali proširivanje funkcionalnosti, standardni editori implementiraju kompleksne API sisteme i dinamička okruženja koja omogućavaju učitavanje eksternih dodataka (engl. plugins). Ovo otvara vrata bezbednosnim propustima, nestabilnosti i drastičnom usporavanju rada editora.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Kao alternativu dinamičkim dodacima (engl. plugins), suckless zajednica koristi mehanizam zakrpa (engl. patches) izvornog koda pomoću standardnih Unix alata diff i patch.</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Koncept rada je sledeći, kada programer želi da doda novu funkcionalnost (npr. podršku za isticanje sintakse u editoru), on ne piše izolovani plugin. Umesto toga, on modifikuje postojeći izvorni kod i generiše .diff ili .patch fajl koji tačno mapira koje linije koda treba dodati, obrisati ili izmeniti.</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Korisnik koji želi tu funkcionalnost, primenjuje zakrpu nad svojim izvornim kodom pomoću jednostavne komande</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patch &lt; funkcionalnost.diff</a:t>
            </a:r>
            <a:endParaRPr lang="en-US" sz="1600" b="0" strike="noStrike" spc="-1">
              <a:latin typeface="Arial" panose="020B0604020202020204"/>
            </a:endParaRPr>
          </a:p>
        </p:txBody>
      </p:sp>
      <p:sp>
        <p:nvSpPr>
          <p:cNvPr id="4" name="PlaceHolder 3"/>
          <p:cNvSpPr>
            <a:spLocks noGrp="1"/>
          </p:cNvSpPr>
          <p:nvPr>
            <p:ph type="sldNum" idx="2"/>
          </p:nvPr>
        </p:nvSpPr>
        <p:spPr/>
        <p:txBody>
          <a:bodyPr/>
          <a:p>
            <a:fld id="{ABD0A1AD-74C6-4F01-AFC8-8A304D305F9A}"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Mehanizam zakrpa kao alternativa plugin ekosistemima</a:t>
            </a:r>
            <a:endParaRPr lang="en-US" sz="2800" b="0" strike="noStrike" spc="-1">
              <a:latin typeface="Arial" panose="020B0604020202020204"/>
            </a:endParaRPr>
          </a:p>
        </p:txBody>
      </p:sp>
      <p:sp>
        <p:nvSpPr>
          <p:cNvPr id="223" name="PlaceHolder 2"/>
          <p:cNvSpPr>
            <a:spLocks noGrp="1"/>
          </p:cNvSpPr>
          <p:nvPr>
            <p:ph/>
          </p:nvPr>
        </p:nvSpPr>
        <p:spPr>
          <a:xfrm>
            <a:off x="504000" y="1143000"/>
            <a:ext cx="8636400" cy="274032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Nakon uspešnog korišćenja mehanizma zakrpa (engl. patches), softver se ponovo kompajlira.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Prednosti ovog pristupa u razvoju editora rwx su višestruke:</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Nulta latencija - Nova funkcionalnost postaje integralni deo binarnog fajla nakon kompajliranja, nema dinamičkog učitavanja, niti interpretiranja u realnom vremenu.</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Potpuna kontrola - Korisnik u svakom trenutku ima uvid u to šta se tačno menja u izvornom kodu, čime se eliminiše rizik od skrivenih grešaka ili zlonamernog koda.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Modularnost bez neželjenih efekata - Editor ostaje savršeno prilagođen potrebama pojedinca i sadrži isključivo one linije koda koje su korisniku zaista potrebne.</a:t>
            </a:r>
            <a:endParaRPr lang="en-US" sz="1600" b="0" strike="noStrike" spc="-1">
              <a:latin typeface="Arial" panose="020B0604020202020204"/>
            </a:endParaRPr>
          </a:p>
        </p:txBody>
      </p:sp>
      <p:sp>
        <p:nvSpPr>
          <p:cNvPr id="4" name="PlaceHolder 3"/>
          <p:cNvSpPr>
            <a:spLocks noGrp="1"/>
          </p:cNvSpPr>
          <p:nvPr>
            <p:ph type="sldNum" idx="2"/>
          </p:nvPr>
        </p:nvSpPr>
        <p:spPr/>
        <p:txBody>
          <a:bodyPr/>
          <a:p>
            <a:fld id="{63E5D56C-0615-4A8F-A74B-6C5ADD8C6F70}"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Merenje performansi</a:t>
            </a:r>
            <a:endParaRPr lang="en-US" sz="2800" b="0" strike="noStrike" spc="-1">
              <a:latin typeface="Arial" panose="020B0604020202020204"/>
            </a:endParaRPr>
          </a:p>
        </p:txBody>
      </p:sp>
      <p:sp>
        <p:nvSpPr>
          <p:cNvPr id="225" name="PlaceHolder 2"/>
          <p:cNvSpPr>
            <a:spLocks noGrp="1"/>
          </p:cNvSpPr>
          <p:nvPr>
            <p:ph/>
          </p:nvPr>
        </p:nvSpPr>
        <p:spPr>
          <a:xfrm>
            <a:off x="504000" y="1143000"/>
            <a:ext cx="8636400" cy="388332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Merenja su izvršena na x86_64 Linux Mint mašini sa procesorom Ryzen 9 5950x i sa 64 GB RAM memorije. Windows 11 testiranje je obavljeno u virtualnoj mašini na istom računaru gde je virtuelnoj mašini dato 8 jezgara i 8 niti procesorskih resursa i 8 GB RAM memorije. Kompajliranje je obavljeno sa gcc kompajlerom i sa zastavom -O2 na oba operativna sistema.</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Na Linux Mint sistemu veličina binarnog fajla je 113kB dok je na Windows 11 sistemu 165 kB. Za ovo merenje performansi merena je samo potrošnja RAM memorije jer merenje korišćenosti procesorskih resursa nije baš precizno niti lako za uočiti sa ovako malim programima. Program sa kojim sam merio potrošnju RAM memorije na Linux Mint sistemu je System Monitor (program je sličan Windows Task Manager programu) dok na Windows 11 operativnom sistemu koristio sam Windows Task Manager da izmerim potrošnju RAM memorije.</a:t>
            </a:r>
            <a:endParaRPr lang="en-US" sz="1600" b="0" strike="noStrike" spc="-1">
              <a:latin typeface="Arial" panose="020B0604020202020204"/>
            </a:endParaRPr>
          </a:p>
          <a:p>
            <a:pPr algn="just">
              <a:lnSpc>
                <a:spcPct val="100000"/>
              </a:lnSpc>
              <a:spcBef>
                <a:spcPts val="1415"/>
              </a:spcBef>
              <a:buNone/>
            </a:pPr>
            <a:r>
              <a:rPr lang="en-US" sz="1600" b="0" strike="noStrike" spc="-1">
                <a:solidFill>
                  <a:srgbClr val="FFFFFF"/>
                </a:solidFill>
                <a:latin typeface="Times New Roman" panose="02020603050405020304"/>
              </a:rPr>
              <a:t>Editor sa kojim sam uporedio rwx editor je neovim, jer je on jedini editor koji većina korisnika koristi za svakodnevni rad i da pri tome radi na većini platformi.</a:t>
            </a:r>
            <a:endParaRPr lang="en-US" sz="1600" b="0" strike="noStrike" spc="-1">
              <a:latin typeface="Arial" panose="020B0604020202020204"/>
            </a:endParaRPr>
          </a:p>
        </p:txBody>
      </p:sp>
      <p:sp>
        <p:nvSpPr>
          <p:cNvPr id="4" name="PlaceHolder 3"/>
          <p:cNvSpPr>
            <a:spLocks noGrp="1"/>
          </p:cNvSpPr>
          <p:nvPr>
            <p:ph type="sldNum" idx="5"/>
          </p:nvPr>
        </p:nvSpPr>
        <p:spPr/>
        <p:txBody>
          <a:bodyPr/>
          <a:p>
            <a:fld id="{ADED9386-CAE9-4EE1-B14A-2E4189A6FA5E}"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Merenje performansi</a:t>
            </a:r>
            <a:endParaRPr lang="en-US" sz="2800" b="0" strike="noStrike" spc="-1">
              <a:latin typeface="Arial" panose="020B0604020202020204"/>
            </a:endParaRPr>
          </a:p>
        </p:txBody>
      </p:sp>
      <p:graphicFrame>
        <p:nvGraphicFramePr>
          <p:cNvPr id="227" name="Table 226"/>
          <p:cNvGraphicFramePr/>
          <p:nvPr/>
        </p:nvGraphicFramePr>
        <p:xfrm>
          <a:off x="915480" y="2296800"/>
          <a:ext cx="8212680" cy="2215080"/>
        </p:xfrm>
        <a:graphic>
          <a:graphicData uri="http://schemas.openxmlformats.org/drawingml/2006/table">
            <a:tbl>
              <a:tblPr/>
              <a:tblGrid>
                <a:gridCol w="5370840"/>
                <a:gridCol w="1402560"/>
                <a:gridCol w="1439280"/>
              </a:tblGrid>
              <a:tr h="349920">
                <a:tc>
                  <a:txBody>
                    <a:bodyPr>
                      <a:spAutoFit/>
                    </a:bodyPr>
                    <a:p>
                      <a:pPr algn="ctr">
                        <a:lnSpc>
                          <a:spcPct val="100000"/>
                        </a:lnSpc>
                        <a:buNone/>
                      </a:pPr>
                      <a:r>
                        <a:rPr lang="en-US" sz="1800" b="1" u="sng" strike="noStrike" spc="-1">
                          <a:solidFill>
                            <a:srgbClr val="000000"/>
                          </a:solidFill>
                          <a:uFillTx/>
                          <a:latin typeface="Times New Roman" panose="02020603050405020304"/>
                        </a:rPr>
                        <a:t>Test</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spAutoFit/>
                    </a:bodyPr>
                    <a:p>
                      <a:pPr algn="ctr">
                        <a:lnSpc>
                          <a:spcPct val="100000"/>
                        </a:lnSpc>
                        <a:buNone/>
                      </a:pPr>
                      <a:r>
                        <a:rPr lang="en-US" sz="1800" b="1" u="sng" strike="noStrike" spc="-1">
                          <a:solidFill>
                            <a:srgbClr val="000000"/>
                          </a:solidFill>
                          <a:uFillTx/>
                          <a:latin typeface="Times New Roman" panose="02020603050405020304"/>
                        </a:rPr>
                        <a:t>RWX</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spAutoFit/>
                    </a:bodyPr>
                    <a:p>
                      <a:pPr algn="ctr">
                        <a:lnSpc>
                          <a:spcPct val="100000"/>
                        </a:lnSpc>
                        <a:buNone/>
                      </a:pPr>
                      <a:r>
                        <a:rPr lang="en-US" sz="1800" b="1" u="sng" strike="noStrike" spc="-1">
                          <a:solidFill>
                            <a:srgbClr val="000000"/>
                          </a:solidFill>
                          <a:uFillTx/>
                          <a:latin typeface="Times New Roman" panose="02020603050405020304"/>
                        </a:rPr>
                        <a:t>NEOVIM</a:t>
                      </a:r>
                      <a:endParaRPr lang="en-US" sz="18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466560">
                <a:tc>
                  <a:txBody>
                    <a:bodyPr>
                      <a:spAutoFit/>
                    </a:bodyPr>
                    <a:p>
                      <a:pPr algn="ctr">
                        <a:lnSpc>
                          <a:spcPct val="100000"/>
                        </a:lnSpc>
                        <a:buNone/>
                      </a:pPr>
                      <a:r>
                        <a:rPr lang="en-US" sz="1600" b="0" strike="noStrike" spc="-1">
                          <a:solidFill>
                            <a:srgbClr val="000000"/>
                          </a:solidFill>
                          <a:latin typeface="Times New Roman" panose="02020603050405020304"/>
                        </a:rPr>
                        <a:t>Otvaranje samog editora (Linux)</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98,3kB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6,5MB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66560">
                <a:tc>
                  <a:txBody>
                    <a:bodyPr>
                      <a:spAutoFit/>
                    </a:bodyPr>
                    <a:p>
                      <a:pPr algn="ctr">
                        <a:lnSpc>
                          <a:spcPct val="100000"/>
                        </a:lnSpc>
                        <a:buNone/>
                      </a:pPr>
                      <a:r>
                        <a:rPr lang="en-US" sz="1600" b="0" strike="noStrike" spc="-1">
                          <a:solidFill>
                            <a:srgbClr val="000000"/>
                          </a:solidFill>
                          <a:latin typeface="Times New Roman" panose="02020603050405020304"/>
                        </a:rPr>
                        <a:t>Otvaranje samog editora (Windows)</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0,5MB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7,7MB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466560">
                <a:tc>
                  <a:txBody>
                    <a:bodyPr>
                      <a:spAutoFit/>
                    </a:bodyPr>
                    <a:p>
                      <a:pPr algn="ctr">
                        <a:lnSpc>
                          <a:spcPct val="100000"/>
                        </a:lnSpc>
                        <a:buNone/>
                      </a:pPr>
                      <a:r>
                        <a:rPr lang="en-US" sz="1600" b="0" strike="noStrike" spc="-1">
                          <a:solidFill>
                            <a:srgbClr val="000000"/>
                          </a:solidFill>
                          <a:latin typeface="Times New Roman" panose="02020603050405020304"/>
                        </a:rPr>
                        <a:t>Otvaranje cpp_syntax_patch.c fajla (Linux)</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192,5kB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spAutoFit/>
                    </a:bodyPr>
                    <a:p>
                      <a:pPr algn="ctr">
                        <a:lnSpc>
                          <a:spcPct val="100000"/>
                        </a:lnSpc>
                        <a:buNone/>
                      </a:pPr>
                      <a:r>
                        <a:rPr lang="en-US" sz="1600" b="0" strike="noStrike" spc="-1">
                          <a:solidFill>
                            <a:srgbClr val="000000"/>
                          </a:solidFill>
                          <a:latin typeface="Times New Roman" panose="02020603050405020304"/>
                        </a:rPr>
                        <a:t>6,8MB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65480">
                <a:tc>
                  <a:txBody>
                    <a:bodyPr>
                      <a:spAutoFit/>
                    </a:bodyPr>
                    <a:p>
                      <a:pPr algn="ctr">
                        <a:lnSpc>
                          <a:spcPct val="100000"/>
                        </a:lnSpc>
                        <a:buNone/>
                      </a:pPr>
                      <a:r>
                        <a:rPr lang="en-US" sz="1600" b="0" strike="noStrike" spc="-1">
                          <a:solidFill>
                            <a:srgbClr val="000000"/>
                          </a:solidFill>
                          <a:latin typeface="Times New Roman" panose="02020603050405020304"/>
                        </a:rPr>
                        <a:t>Otvaranje cpp_syntax_patch.c fajla (Windows)</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0,6MB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spAutoFit/>
                    </a:bodyPr>
                    <a:p>
                      <a:pPr algn="ctr">
                        <a:lnSpc>
                          <a:spcPct val="100000"/>
                        </a:lnSpc>
                        <a:buNone/>
                      </a:pPr>
                      <a:r>
                        <a:rPr lang="en-US" sz="1600" b="0" strike="noStrike" spc="-1">
                          <a:solidFill>
                            <a:srgbClr val="000000"/>
                          </a:solidFill>
                          <a:latin typeface="Times New Roman" panose="02020603050405020304"/>
                        </a:rPr>
                        <a:t>8,8MB</a:t>
                      </a:r>
                      <a:endParaRPr lang="en-US" sz="1600" b="0" strike="noStrike" spc="-1">
                        <a:latin typeface="Arial" panose="020B0604020202020204"/>
                      </a:endParaRPr>
                    </a:p>
                  </a:txBody>
                  <a:tcPr marL="90000" marR="90000" anchor="t">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
        <p:nvSpPr>
          <p:cNvPr id="228" name="PlaceHolder 2"/>
          <p:cNvSpPr>
            <a:spLocks noGrp="1"/>
          </p:cNvSpPr>
          <p:nvPr>
            <p:ph/>
          </p:nvPr>
        </p:nvSpPr>
        <p:spPr>
          <a:xfrm>
            <a:off x="504000" y="1143000"/>
            <a:ext cx="8636400" cy="910800"/>
          </a:xfrm>
          <a:prstGeom prst="rect">
            <a:avLst/>
          </a:prstGeom>
          <a:noFill/>
          <a:ln w="0">
            <a:noFill/>
          </a:ln>
        </p:spPr>
        <p:txBody>
          <a:bodyPr lIns="0" tIns="0" rIns="0" bIns="0" anchor="t">
            <a:normAutofit/>
          </a:bodyPr>
          <a:p>
            <a:pPr marL="431800" indent="-323850" algn="just">
              <a:lnSpc>
                <a:spcPct val="100000"/>
              </a:lnSpc>
              <a:spcBef>
                <a:spcPts val="1415"/>
              </a:spcBef>
              <a:buClr>
                <a:srgbClr val="FFFFFF"/>
              </a:buClr>
              <a:buSzPct val="45000"/>
              <a:buFont typeface="Wingdings" panose="05000000000000000000" pitchFamily="2" charset="2"/>
              <a:buChar char=""/>
            </a:pPr>
            <a:r>
              <a:rPr lang="en-US" sz="1600" b="0" strike="noStrike" spc="-1">
                <a:solidFill>
                  <a:srgbClr val="FFFFFF"/>
                </a:solidFill>
                <a:latin typeface="Times New Roman" panose="02020603050405020304"/>
              </a:rPr>
              <a:t>Testiralo se prvo korišćenje RAM memorije prilikom otvaranja samog editora bez otvaranja fajla, pa kao drugi test se uzelo korišćenje RAM memorije prilikom otvaranja cpp_syntax_patch.c fajla, dužine 143 linije C koda. Rezultate merenja možemo da vidimo u sledećoj tabeli.</a:t>
            </a:r>
            <a:endParaRPr lang="en-US" sz="1600" b="0" strike="noStrike" spc="-1">
              <a:latin typeface="Arial" panose="020B0604020202020204"/>
            </a:endParaRPr>
          </a:p>
        </p:txBody>
      </p:sp>
      <p:sp>
        <p:nvSpPr>
          <p:cNvPr id="4" name="PlaceHolder 3"/>
          <p:cNvSpPr>
            <a:spLocks noGrp="1"/>
          </p:cNvSpPr>
          <p:nvPr>
            <p:ph type="sldNum" idx="2"/>
          </p:nvPr>
        </p:nvSpPr>
        <p:spPr/>
        <p:txBody>
          <a:bodyPr/>
          <a:p>
            <a:fld id="{610FF04D-F8B0-496F-954F-26A78D5496BC}"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Merenje performansi</a:t>
            </a:r>
            <a:endParaRPr lang="en-US" sz="2800" b="0" strike="noStrike" spc="-1">
              <a:latin typeface="Arial" panose="020B0604020202020204"/>
            </a:endParaRPr>
          </a:p>
        </p:txBody>
      </p:sp>
      <p:sp>
        <p:nvSpPr>
          <p:cNvPr id="230" name="PlaceHolder 2"/>
          <p:cNvSpPr>
            <a:spLocks noGrp="1"/>
          </p:cNvSpPr>
          <p:nvPr>
            <p:ph/>
          </p:nvPr>
        </p:nvSpPr>
        <p:spPr>
          <a:xfrm>
            <a:off x="504000" y="1143000"/>
            <a:ext cx="8636400" cy="114300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rgbClr val="FFFFFF"/>
                </a:solidFill>
                <a:latin typeface="Times New Roman" panose="02020603050405020304"/>
              </a:rPr>
              <a:t>Terminalni programi uglavnom bolje rade na Linux i drugim POSIX operativnim sistemima u poređenju sa Windows operativnim sistemom. Kao što vidimo, što se tiče korišćenja RAM memorije rwx je u kB dok je neovim u MB. Time možemo da zaključimo da je rwx editor znatno bolji što se tiče korišćenja memorije.</a:t>
            </a:r>
            <a:endParaRPr lang="en-US" sz="1600" b="0" strike="noStrike" spc="-1">
              <a:latin typeface="Arial" panose="020B0604020202020204"/>
            </a:endParaRPr>
          </a:p>
        </p:txBody>
      </p:sp>
      <p:sp>
        <p:nvSpPr>
          <p:cNvPr id="4" name="PlaceHolder 3"/>
          <p:cNvSpPr>
            <a:spLocks noGrp="1"/>
          </p:cNvSpPr>
          <p:nvPr>
            <p:ph type="sldNum" idx="5"/>
          </p:nvPr>
        </p:nvSpPr>
        <p:spPr/>
        <p:txBody>
          <a:bodyPr/>
          <a:p>
            <a:fld id="{CE07938B-12E5-4B47-9FFF-ECCBB42CD5A0}"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Mane ovog načina projektovanja softvera</a:t>
            </a:r>
            <a:endParaRPr lang="en-US" sz="2800" b="0" strike="noStrike" spc="-1">
              <a:latin typeface="Arial" panose="020B0604020202020204"/>
            </a:endParaRPr>
          </a:p>
        </p:txBody>
      </p:sp>
      <p:sp>
        <p:nvSpPr>
          <p:cNvPr id="232" name="PlaceHolder 2"/>
          <p:cNvSpPr>
            <a:spLocks noGrp="1"/>
          </p:cNvSpPr>
          <p:nvPr>
            <p:ph/>
          </p:nvPr>
        </p:nvSpPr>
        <p:spPr>
          <a:xfrm>
            <a:off x="507600" y="1143000"/>
            <a:ext cx="8636400" cy="2971800"/>
          </a:xfrm>
          <a:prstGeom prst="rect">
            <a:avLst/>
          </a:prstGeom>
          <a:noFill/>
          <a:ln w="0">
            <a:noFill/>
          </a:ln>
        </p:spPr>
        <p:txBody>
          <a:bodyPr lIns="0" tIns="0" rIns="0" bIns="0" anchor="t">
            <a:normAutofit/>
          </a:bodyPr>
          <a:p>
            <a:pPr algn="just">
              <a:lnSpc>
                <a:spcPct val="100000"/>
              </a:lnSpc>
              <a:spcBef>
                <a:spcPts val="1415"/>
              </a:spcBef>
              <a:buNone/>
            </a:pPr>
            <a:r>
              <a:rPr lang="en-US" sz="1600" b="0" strike="noStrike" spc="-1">
                <a:solidFill>
                  <a:schemeClr val="bg1"/>
                </a:solidFill>
                <a:latin typeface="Times New Roman" panose="02020603050405020304"/>
              </a:rPr>
              <a:t>Mada ovaj način projektovanja softvera takođe ima i svoje nedostatke.</a:t>
            </a:r>
            <a:endParaRPr lang="en-US" sz="1600" b="0" strike="noStrike" spc="-1">
              <a:solidFill>
                <a:schemeClr val="bg1"/>
              </a:solidFill>
              <a:latin typeface="Arial" panose="020B0604020202020204"/>
            </a:endParaRPr>
          </a:p>
          <a:p>
            <a:pPr algn="just">
              <a:lnSpc>
                <a:spcPct val="100000"/>
              </a:lnSpc>
              <a:spcBef>
                <a:spcPts val="1415"/>
              </a:spcBef>
              <a:buNone/>
            </a:pPr>
            <a:r>
              <a:rPr lang="en-US" sz="1600" b="0" strike="noStrike" spc="-1">
                <a:solidFill>
                  <a:schemeClr val="bg1"/>
                </a:solidFill>
                <a:latin typeface="Times New Roman" panose="02020603050405020304"/>
              </a:rPr>
              <a:t>Nedostaci ovog načina projektovanje softvera su:</a:t>
            </a:r>
            <a:endParaRPr lang="en-US" sz="1600" b="0" strike="noStrike" spc="-1">
              <a:solidFill>
                <a:schemeClr val="bg1"/>
              </a:solidFill>
              <a:latin typeface="Arial" panose="020B0604020202020204"/>
            </a:endParaRPr>
          </a:p>
          <a:p>
            <a:pPr algn="just">
              <a:lnSpc>
                <a:spcPct val="100000"/>
              </a:lnSpc>
              <a:spcBef>
                <a:spcPts val="1415"/>
              </a:spcBef>
              <a:buNone/>
            </a:pPr>
            <a:r>
              <a:rPr lang="en-US" sz="1600" b="0" strike="noStrike" spc="-1">
                <a:solidFill>
                  <a:schemeClr val="bg1"/>
                </a:solidFill>
                <a:latin typeface="Times New Roman" panose="02020603050405020304"/>
              </a:rPr>
              <a:t>Obaveza rekompajliranja,</a:t>
            </a:r>
            <a:endParaRPr lang="en-US" sz="1600" b="0" strike="noStrike" spc="-1">
              <a:solidFill>
                <a:schemeClr val="bg1"/>
              </a:solidFill>
              <a:latin typeface="Arial" panose="020B0604020202020204"/>
            </a:endParaRPr>
          </a:p>
          <a:p>
            <a:pPr algn="just">
              <a:lnSpc>
                <a:spcPct val="100000"/>
              </a:lnSpc>
              <a:spcBef>
                <a:spcPts val="1415"/>
              </a:spcBef>
              <a:buNone/>
            </a:pPr>
            <a:r>
              <a:rPr lang="en-US" sz="1600" b="0" strike="noStrike" spc="-1">
                <a:solidFill>
                  <a:schemeClr val="bg1"/>
                </a:solidFill>
                <a:latin typeface="Times New Roman" panose="02020603050405020304"/>
              </a:rPr>
              <a:t>Konflikti pri primeni više zakrpa na isti kod,</a:t>
            </a:r>
            <a:endParaRPr lang="en-US" sz="1600" b="0" strike="noStrike" spc="-1">
              <a:solidFill>
                <a:schemeClr val="bg1"/>
              </a:solidFill>
              <a:latin typeface="Arial" panose="020B0604020202020204"/>
            </a:endParaRPr>
          </a:p>
          <a:p>
            <a:pPr algn="just">
              <a:lnSpc>
                <a:spcPct val="100000"/>
              </a:lnSpc>
              <a:spcBef>
                <a:spcPts val="1415"/>
              </a:spcBef>
              <a:buNone/>
            </a:pPr>
            <a:r>
              <a:rPr lang="en-US" sz="1600" b="0" strike="noStrike" spc="-1">
                <a:solidFill>
                  <a:schemeClr val="bg1"/>
                </a:solidFill>
                <a:latin typeface="Times New Roman" panose="02020603050405020304"/>
              </a:rPr>
              <a:t>Održavanje zakrpa pri promeni koda editora,</a:t>
            </a:r>
            <a:endParaRPr lang="en-US" sz="1600" b="0" strike="noStrike" spc="-1">
              <a:solidFill>
                <a:schemeClr val="bg1"/>
              </a:solidFill>
              <a:latin typeface="Arial" panose="020B0604020202020204"/>
            </a:endParaRPr>
          </a:p>
          <a:p>
            <a:pPr algn="just">
              <a:lnSpc>
                <a:spcPct val="100000"/>
              </a:lnSpc>
              <a:spcBef>
                <a:spcPts val="1415"/>
              </a:spcBef>
              <a:buNone/>
            </a:pPr>
            <a:r>
              <a:rPr lang="en-US" sz="1600" b="0" strike="noStrike" spc="-1">
                <a:solidFill>
                  <a:schemeClr val="bg1"/>
                </a:solidFill>
                <a:latin typeface="Times New Roman" panose="02020603050405020304"/>
              </a:rPr>
              <a:t>Nedostatak izolacije (greška u zakrpi ruši ceo editor),</a:t>
            </a:r>
            <a:endParaRPr lang="en-US" sz="1600" b="0" strike="noStrike" spc="-1">
              <a:solidFill>
                <a:schemeClr val="bg1"/>
              </a:solidFill>
              <a:latin typeface="Arial" panose="020B0604020202020204"/>
            </a:endParaRPr>
          </a:p>
          <a:p>
            <a:pPr algn="just">
              <a:lnSpc>
                <a:spcPct val="100000"/>
              </a:lnSpc>
              <a:spcBef>
                <a:spcPts val="1415"/>
              </a:spcBef>
              <a:buNone/>
            </a:pPr>
            <a:r>
              <a:rPr lang="en-US" sz="1600" b="0" strike="noStrike" spc="-1">
                <a:solidFill>
                  <a:schemeClr val="bg1"/>
                </a:solidFill>
                <a:latin typeface="Times New Roman" panose="02020603050405020304"/>
              </a:rPr>
              <a:t>Viši prag znanja za korisnika.</a:t>
            </a:r>
            <a:endParaRPr lang="en-US" sz="1600" b="0" strike="noStrike" spc="-1">
              <a:solidFill>
                <a:schemeClr val="bg1"/>
              </a:solidFill>
              <a:latin typeface="Times New Roman" panose="02020603050405020304"/>
            </a:endParaRPr>
          </a:p>
        </p:txBody>
      </p:sp>
      <p:sp>
        <p:nvSpPr>
          <p:cNvPr id="4" name="PlaceHolder 3"/>
          <p:cNvSpPr>
            <a:spLocks noGrp="1"/>
          </p:cNvSpPr>
          <p:nvPr>
            <p:ph type="sldNum" idx="2"/>
          </p:nvPr>
        </p:nvSpPr>
        <p:spPr/>
        <p:txBody>
          <a:bodyPr/>
          <a:p>
            <a:fld id="{444E6ED4-021C-4DB1-85F5-E060FB67038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44000" y="72000"/>
            <a:ext cx="9536400" cy="644400"/>
          </a:xfrm>
          <a:prstGeom prst="rect">
            <a:avLst/>
          </a:prstGeom>
          <a:noFill/>
          <a:ln w="0">
            <a:noFill/>
          </a:ln>
        </p:spPr>
        <p:txBody>
          <a:bodyPr lIns="0" tIns="0" rIns="0" bIns="0" anchor="ctr">
            <a:noAutofit/>
          </a:bodyPr>
          <a:p>
            <a:pPr>
              <a:lnSpc>
                <a:spcPct val="100000"/>
              </a:lnSpc>
              <a:buNone/>
            </a:pPr>
            <a:r>
              <a:rPr lang="en-US" sz="2800" b="0" strike="noStrike" spc="-1">
                <a:solidFill>
                  <a:srgbClr val="FFFFFF"/>
                </a:solidFill>
                <a:latin typeface="Times New Roman" panose="02020603050405020304"/>
              </a:rPr>
              <a:t>Live Demo</a:t>
            </a:r>
            <a:endParaRPr lang="en-US" sz="2800" b="0" strike="noStrike" spc="-1">
              <a:latin typeface="Arial" panose="020B0604020202020204"/>
            </a:endParaRPr>
          </a:p>
        </p:txBody>
      </p:sp>
      <p:sp>
        <p:nvSpPr>
          <p:cNvPr id="234" name="PlaceHolder 2"/>
          <p:cNvSpPr>
            <a:spLocks noGrp="1"/>
          </p:cNvSpPr>
          <p:nvPr>
            <p:ph/>
          </p:nvPr>
        </p:nvSpPr>
        <p:spPr>
          <a:xfrm>
            <a:off x="504000" y="1143000"/>
            <a:ext cx="8636400" cy="225000"/>
          </a:xfrm>
          <a:prstGeom prst="rect">
            <a:avLst/>
          </a:prstGeom>
          <a:noFill/>
          <a:ln w="0">
            <a:noFill/>
          </a:ln>
        </p:spPr>
        <p:txBody>
          <a:bodyPr lIns="0" tIns="0" rIns="0" bIns="0" anchor="t">
            <a:normAutofit fontScale="92000"/>
          </a:bodyPr>
          <a:p>
            <a:pPr algn="just">
              <a:lnSpc>
                <a:spcPct val="100000"/>
              </a:lnSpc>
              <a:spcBef>
                <a:spcPts val="1415"/>
              </a:spcBef>
              <a:buNone/>
            </a:pPr>
            <a:r>
              <a:rPr lang="en-US" sz="1600" b="0" strike="noStrike" spc="-1">
                <a:solidFill>
                  <a:srgbClr val="FFFFFF"/>
                </a:solidFill>
                <a:latin typeface="Times New Roman" panose="02020603050405020304"/>
              </a:rPr>
              <a:t>Instrukcije  i kod možete naći na slidećem linku: github.com/ZeljkoRasovic/rwx</a:t>
            </a:r>
            <a:endParaRPr lang="en-US" sz="1600" b="0" strike="noStrike" spc="-1">
              <a:latin typeface="Arial" panose="020B0604020202020204"/>
            </a:endParaRPr>
          </a:p>
        </p:txBody>
      </p:sp>
      <p:pic>
        <p:nvPicPr>
          <p:cNvPr id="235" name="Picture 234"/>
          <p:cNvPicPr/>
          <p:nvPr/>
        </p:nvPicPr>
        <p:blipFill>
          <a:blip r:embed="rId1"/>
          <a:stretch>
            <a:fillRect/>
          </a:stretch>
        </p:blipFill>
        <p:spPr>
          <a:xfrm>
            <a:off x="457200" y="3657600"/>
            <a:ext cx="2739600" cy="1368000"/>
          </a:xfrm>
          <a:prstGeom prst="rect">
            <a:avLst/>
          </a:prstGeom>
          <a:ln w="10800">
            <a:noFill/>
          </a:ln>
        </p:spPr>
      </p:pic>
      <p:pic>
        <p:nvPicPr>
          <p:cNvPr id="236" name="Picture 235"/>
          <p:cNvPicPr/>
          <p:nvPr/>
        </p:nvPicPr>
        <p:blipFill>
          <a:blip r:embed="rId2"/>
          <a:stretch>
            <a:fillRect/>
          </a:stretch>
        </p:blipFill>
        <p:spPr>
          <a:xfrm>
            <a:off x="3440880" y="3657600"/>
            <a:ext cx="2727720" cy="1368000"/>
          </a:xfrm>
          <a:prstGeom prst="rect">
            <a:avLst/>
          </a:prstGeom>
          <a:ln w="10800">
            <a:noFill/>
          </a:ln>
        </p:spPr>
      </p:pic>
      <p:pic>
        <p:nvPicPr>
          <p:cNvPr id="237" name="Picture 236"/>
          <p:cNvPicPr/>
          <p:nvPr/>
        </p:nvPicPr>
        <p:blipFill>
          <a:blip r:embed="rId3"/>
          <a:stretch>
            <a:fillRect/>
          </a:stretch>
        </p:blipFill>
        <p:spPr>
          <a:xfrm>
            <a:off x="6400800" y="3657600"/>
            <a:ext cx="2710080" cy="1368000"/>
          </a:xfrm>
          <a:prstGeom prst="rect">
            <a:avLst/>
          </a:prstGeom>
          <a:ln w="10800">
            <a:noFill/>
          </a:ln>
        </p:spPr>
      </p:pic>
      <p:sp>
        <p:nvSpPr>
          <p:cNvPr id="238" name="Rectangle 237"/>
          <p:cNvSpPr/>
          <p:nvPr/>
        </p:nvSpPr>
        <p:spPr>
          <a:xfrm>
            <a:off x="0" y="1509120"/>
            <a:ext cx="10055160" cy="19170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rrrrr   rrrrrrrrr  wwwwwww           wwwww           wwwwwww  xxxxxxx      xxxxxxx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r::::rrr:::::::::r  w:::::w         w:::::w         w:::::w    x:::::x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w:::::w       w:::::::w       w:::::w      x:::::x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rr::::::rrrrr::::::r  w:::::w     w:::::::::w     w:::::w        x:::::xx:::::x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r:::::r    w:::::w   w:::::w:::::w   w:::::w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rrrrrrr     w:::::w w:::::w w:::::w w:::::w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w:::::w:::::w   w:::::w:::::w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w:::::::::w     w:::::::::w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w:::::::w       w:::::::w             x:::::xx:::::x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w:::::w         w:::::w             x:::::x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                      w:::w           w:::w             x:::::x    x:::::x</a:t>
            </a:r>
            <a:endParaRPr lang="en-US" sz="1000" b="0" strike="noStrike" spc="-1">
              <a:latin typeface="Liberation Mono" panose="02070409020205020404" charset="0"/>
              <a:cs typeface="Liberation Mono" panose="02070409020205020404" charset="0"/>
            </a:endParaRPr>
          </a:p>
          <a:p>
            <a:pPr>
              <a:lnSpc>
                <a:spcPct val="100000"/>
              </a:lnSpc>
              <a:buNone/>
            </a:pPr>
            <a:r>
              <a:rPr 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sr-Latn-RS" altLang="en-US" sz="1000" b="0" strike="noStrike" spc="-1">
                <a:solidFill>
                  <a:srgbClr val="FFFFFF"/>
                </a:solidFill>
                <a:latin typeface="Liberation Mono" panose="02070409020205020404" charset="0"/>
                <a:ea typeface="DejaVu Sans" panose="020B0603030804020204"/>
                <a:cs typeface="Liberation Mono" panose="02070409020205020404" charset="0"/>
              </a:rPr>
              <a:t>    </a:t>
            </a:r>
            <a:r>
              <a:rPr lang="en-US" sz="1000" b="0" strike="noStrike" spc="-1">
                <a:solidFill>
                  <a:srgbClr val="FFFFFF"/>
                </a:solidFill>
                <a:latin typeface="Liberation Mono" panose="02070409020205020404" charset="0"/>
                <a:ea typeface="DejaVu Sans" panose="020B0603030804020204"/>
                <a:cs typeface="Liberation Mono" panose="02070409020205020404" charset="0"/>
              </a:rPr>
              <a:t>rrrrrrr                       www             www             xxxxxxx      xxxxxxx</a:t>
            </a:r>
            <a:endParaRPr lang="en-US" sz="1000" b="0" strike="noStrike" spc="-1">
              <a:latin typeface="Liberation Mono" panose="02070409020205020404" charset="0"/>
              <a:cs typeface="Liberation Mono" panose="02070409020205020404" charset="0"/>
            </a:endParaRPr>
          </a:p>
        </p:txBody>
      </p:sp>
      <p:sp>
        <p:nvSpPr>
          <p:cNvPr id="4" name="PlaceHolder 3"/>
          <p:cNvSpPr>
            <a:spLocks noGrp="1"/>
          </p:cNvSpPr>
          <p:nvPr>
            <p:ph type="sldNum" idx="2"/>
          </p:nvPr>
        </p:nvSpPr>
        <p:spPr/>
        <p:txBody>
          <a:bodyPr/>
          <a:p>
            <a:fld id="{853B92AA-712E-4A41-B139-8CC08984BF30}"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238"/>
          <p:cNvPicPr/>
          <p:nvPr/>
        </p:nvPicPr>
        <p:blipFill>
          <a:blip r:embed="rId1"/>
          <a:stretch>
            <a:fillRect/>
          </a:stretch>
        </p:blipFill>
        <p:spPr>
          <a:xfrm>
            <a:off x="0" y="360"/>
            <a:ext cx="10283400" cy="5711040"/>
          </a:xfrm>
          <a:prstGeom prst="rect">
            <a:avLst/>
          </a:prstGeom>
          <a:ln w="10800">
            <a:noFill/>
          </a:ln>
        </p:spPr>
      </p:pic>
      <p:sp>
        <p:nvSpPr>
          <p:cNvPr id="2" name="PlaceHolder 1"/>
          <p:cNvSpPr>
            <a:spLocks noGrp="1"/>
          </p:cNvSpPr>
          <p:nvPr>
            <p:ph type="sldNum" idx="2"/>
          </p:nvPr>
        </p:nvSpPr>
        <p:spPr/>
        <p:txBody>
          <a:bodyPr/>
          <a:p>
            <a:fld id="{12CCE0BC-9BFE-4E2D-A740-F86CF67B7C84}"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12430</Words>
  <Application>WPS Presentation</Application>
  <PresentationFormat/>
  <Paragraphs>305</Paragraphs>
  <Slides>19</Slides>
  <Notes>0</Notes>
  <HiddenSlides>0</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19</vt:i4>
      </vt:variant>
    </vt:vector>
  </HeadingPairs>
  <TitlesOfParts>
    <vt:vector size="35" baseType="lpstr">
      <vt:lpstr>Arial</vt:lpstr>
      <vt:lpstr>SimSun</vt:lpstr>
      <vt:lpstr>Wingdings</vt:lpstr>
      <vt:lpstr>Arial</vt:lpstr>
      <vt:lpstr>Symbol</vt:lpstr>
      <vt:lpstr>Times New Roman</vt:lpstr>
      <vt:lpstr>DejaVu Sans</vt:lpstr>
      <vt:lpstr>Ubuntu Mono</vt:lpstr>
      <vt:lpstr>Liberation Mono</vt:lpstr>
      <vt:lpstr>Microsoft YaHei</vt:lpstr>
      <vt:lpstr>Arial Unicode MS</vt:lpstr>
      <vt:lpstr>Calibri</vt:lpstr>
      <vt:lpstr>Office Theme</vt:lpstr>
      <vt:lpstr>Office Theme</vt:lpstr>
      <vt:lpstr>Office Theme</vt:lpstr>
      <vt:lpstr>Office Theme</vt:lpstr>
      <vt:lpstr>Razvoj terminal editora sa posebnim osobinama</vt:lpstr>
      <vt:lpstr>Opis problema</vt:lpstr>
      <vt:lpstr>Analiza i komparativni prikaz postojećih terminalskih editora</vt:lpstr>
      <vt:lpstr>Analiza i komparativni prikaz postojećih terminalskih editora</vt:lpstr>
      <vt:lpstr>rwx editor u poređenju sa drugim terminal editorima</vt:lpstr>
      <vt:lpstr>rwx editor u poređenju sa drugim terminal editorima</vt:lpstr>
      <vt:lpstr>rwx editor u poređenju sa drugim terminal editorima</vt:lpstr>
      <vt:lpstr>rwx editor u poređenju sa drugim terminal editorima</vt:lpstr>
      <vt:lpstr>Analiza i komparativni prikaz postojećih terminalskih editora</vt:lpstr>
      <vt:lpstr>Suckless filozofija razvoja softvera</vt:lpstr>
      <vt:lpstr>Konfigurisanje kroz izvorni kod naspram konfiguracionih fajlova</vt:lpstr>
      <vt:lpstr>Mehanizam zakrpa kao alternativa plugin ekosistemima</vt:lpstr>
      <vt:lpstr>Mehanizam zakrpa kao alternativa plugin ekosistemima</vt:lpstr>
      <vt:lpstr>Merenje performansi</vt:lpstr>
      <vt:lpstr>Merenje performansi</vt:lpstr>
      <vt:lpstr>Merenje performansi</vt:lpstr>
      <vt:lpstr>Mane ovog načina projektovanja softvera</vt:lpstr>
      <vt:lpstr>Live Demo</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dc:title>
  <dc:creator/>
  <cp:lastModifiedBy>Thinkpad</cp:lastModifiedBy>
  <cp:revision>87</cp:revision>
  <dcterms:created xsi:type="dcterms:W3CDTF">2026-08-29T09:25:00Z</dcterms:created>
  <dcterms:modified xsi:type="dcterms:W3CDTF">2026-09-08T06:03:28Z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6B7FD12858DB4480B7E199C70C6FA975_12</vt:lpwstr>
  </property>
  <property fmtid="{D5CDD505-2E9C-101B-9397-08002B2CF9AE}" pid="3" name="KSOProductBuildVer">
    <vt:lpwstr>1033-12.1.0.26886</vt:lpwstr>
  </property>
</Properties>
</file>